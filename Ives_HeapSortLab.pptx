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0418B-2C23-6ECD-0A02-D3475CBCA696}" v="2328" dt="2025-11-01T20:12:31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es, Ryan" userId="S::rives2@montgomerycollege.edu::5a66543c-cd70-405c-a9d0-cc8b63a4c595" providerId="AD" clId="Web-{9D70418B-2C23-6ECD-0A02-D3475CBCA696}"/>
    <pc:docChg chg="addSld delSld modSld">
      <pc:chgData name="Ives, Ryan" userId="S::rives2@montgomerycollege.edu::5a66543c-cd70-405c-a9d0-cc8b63a4c595" providerId="AD" clId="Web-{9D70418B-2C23-6ECD-0A02-D3475CBCA696}" dt="2025-11-01T20:12:31.883" v="1363"/>
      <pc:docMkLst>
        <pc:docMk/>
      </pc:docMkLst>
      <pc:sldChg chg="addSp delSp modSp">
        <pc:chgData name="Ives, Ryan" userId="S::rives2@montgomerycollege.edu::5a66543c-cd70-405c-a9d0-cc8b63a4c595" providerId="AD" clId="Web-{9D70418B-2C23-6ECD-0A02-D3475CBCA696}" dt="2025-11-01T18:42:56.983" v="435" actId="1076"/>
        <pc:sldMkLst>
          <pc:docMk/>
          <pc:sldMk cId="0" sldId="256"/>
        </pc:sldMkLst>
        <pc:spChg chg="add mod">
          <ac:chgData name="Ives, Ryan" userId="S::rives2@montgomerycollege.edu::5a66543c-cd70-405c-a9d0-cc8b63a4c595" providerId="AD" clId="Web-{9D70418B-2C23-6ECD-0A02-D3475CBCA696}" dt="2025-11-01T17:47:28.744" v="2" actId="20577"/>
          <ac:spMkLst>
            <pc:docMk/>
            <pc:sldMk cId="0" sldId="256"/>
            <ac:spMk id="2" creationId="{D4E861F7-BCC7-A4F7-6493-8F8F3996A28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7:47:45.449" v="6" actId="20577"/>
          <ac:spMkLst>
            <pc:docMk/>
            <pc:sldMk cId="0" sldId="256"/>
            <ac:spMk id="3" creationId="{9D12EEAA-4CF3-3D49-2B85-27185A88427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02:09.226" v="13" actId="20577"/>
          <ac:spMkLst>
            <pc:docMk/>
            <pc:sldMk cId="0" sldId="256"/>
            <ac:spMk id="4" creationId="{264BD228-297D-C512-0966-353FBF65572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02:24.898" v="18" actId="20577"/>
          <ac:spMkLst>
            <pc:docMk/>
            <pc:sldMk cId="0" sldId="256"/>
            <ac:spMk id="5" creationId="{5192BF6D-FC02-B1CC-7F00-12924621A62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02:53.023" v="23" actId="20577"/>
          <ac:spMkLst>
            <pc:docMk/>
            <pc:sldMk cId="0" sldId="256"/>
            <ac:spMk id="6" creationId="{A4616B8D-57FD-1C51-233E-8FA8563B70F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0:43.224" v="28" actId="20577"/>
          <ac:spMkLst>
            <pc:docMk/>
            <pc:sldMk cId="0" sldId="256"/>
            <ac:spMk id="7" creationId="{95F5A85D-A4DB-8494-81E2-D0E666AEFF5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0:55.724" v="33" actId="20577"/>
          <ac:spMkLst>
            <pc:docMk/>
            <pc:sldMk cId="0" sldId="256"/>
            <ac:spMk id="8" creationId="{BA6DE555-FB56-0514-F104-EFD54F9A3E5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1:07.209" v="38" actId="20577"/>
          <ac:spMkLst>
            <pc:docMk/>
            <pc:sldMk cId="0" sldId="256"/>
            <ac:spMk id="9" creationId="{F071DF5D-7953-0C72-34AE-045CD516112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1:20.053" v="43" actId="20577"/>
          <ac:spMkLst>
            <pc:docMk/>
            <pc:sldMk cId="0" sldId="256"/>
            <ac:spMk id="10" creationId="{5C4E5D7C-BD14-145A-C7B7-B535F3630AF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1:31.319" v="51" actId="20577"/>
          <ac:spMkLst>
            <pc:docMk/>
            <pc:sldMk cId="0" sldId="256"/>
            <ac:spMk id="11" creationId="{22D3A0AC-5CD2-5F1D-D7A6-128872DC7107}"/>
          </ac:spMkLst>
        </pc:spChg>
        <pc:spChg chg="add del">
          <ac:chgData name="Ives, Ryan" userId="S::rives2@montgomerycollege.edu::5a66543c-cd70-405c-a9d0-cc8b63a4c595" providerId="AD" clId="Web-{9D70418B-2C23-6ECD-0A02-D3475CBCA696}" dt="2025-11-01T18:12:46.211" v="55"/>
          <ac:spMkLst>
            <pc:docMk/>
            <pc:sldMk cId="0" sldId="256"/>
            <ac:spMk id="12" creationId="{7E3E7926-5948-9506-E2B1-8D9B026A9F7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2:36.383" v="54" actId="1076"/>
          <ac:spMkLst>
            <pc:docMk/>
            <pc:sldMk cId="0" sldId="256"/>
            <ac:spMk id="13" creationId="{233DF2E8-38A6-1344-04DF-8BB14CC8A57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2:57.055" v="59" actId="1076"/>
          <ac:spMkLst>
            <pc:docMk/>
            <pc:sldMk cId="0" sldId="256"/>
            <ac:spMk id="14" creationId="{2FF63C42-79E0-A47D-C15F-B3296E52DDD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3:13.681" v="64" actId="1076"/>
          <ac:spMkLst>
            <pc:docMk/>
            <pc:sldMk cId="0" sldId="256"/>
            <ac:spMk id="15" creationId="{56F9C583-AC2A-6259-4251-AC154A6A69A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3:54.260" v="69" actId="1076"/>
          <ac:spMkLst>
            <pc:docMk/>
            <pc:sldMk cId="0" sldId="256"/>
            <ac:spMk id="16" creationId="{041CA44F-FD5C-1A5B-33FE-BB7485EA2BF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4:07.682" v="74" actId="1076"/>
          <ac:spMkLst>
            <pc:docMk/>
            <pc:sldMk cId="0" sldId="256"/>
            <ac:spMk id="17" creationId="{61A7CE4C-E50D-04F3-1AD2-AA6EEB46E1C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4:22.588" v="78" actId="1076"/>
          <ac:spMkLst>
            <pc:docMk/>
            <pc:sldMk cId="0" sldId="256"/>
            <ac:spMk id="18" creationId="{97C2FBF9-F824-394D-CA90-BCD543F954D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4:33.260" v="83" actId="1076"/>
          <ac:spMkLst>
            <pc:docMk/>
            <pc:sldMk cId="0" sldId="256"/>
            <ac:spMk id="19" creationId="{238E71D7-2074-82AF-1E34-3915E65C48F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4:50.198" v="88" actId="1076"/>
          <ac:spMkLst>
            <pc:docMk/>
            <pc:sldMk cId="0" sldId="256"/>
            <ac:spMk id="20" creationId="{1BB51931-54E1-F99B-7257-456E0E57E8D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4:58.979" v="92" actId="1076"/>
          <ac:spMkLst>
            <pc:docMk/>
            <pc:sldMk cId="0" sldId="256"/>
            <ac:spMk id="21" creationId="{6C096834-6614-3B82-D64B-CD72306FC16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5:08.636" v="97" actId="1076"/>
          <ac:spMkLst>
            <pc:docMk/>
            <pc:sldMk cId="0" sldId="256"/>
            <ac:spMk id="22" creationId="{E61A601C-07E5-2267-1CFB-23788DDD8F05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18:16:17.606" v="101"/>
          <ac:spMkLst>
            <pc:docMk/>
            <pc:sldMk cId="0" sldId="256"/>
            <ac:spMk id="23" creationId="{A1714C41-8C30-520E-D4CB-A003DB5EFE9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6:24.715" v="103" actId="1076"/>
          <ac:spMkLst>
            <pc:docMk/>
            <pc:sldMk cId="0" sldId="256"/>
            <ac:spMk id="24" creationId="{9C0EB28A-AAED-0982-5534-3D3D0E23CC7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6:45.372" v="110" actId="1076"/>
          <ac:spMkLst>
            <pc:docMk/>
            <pc:sldMk cId="0" sldId="256"/>
            <ac:spMk id="25" creationId="{0E2309C5-261B-33C8-90FD-6FC701D9358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6:59.872" v="115" actId="1076"/>
          <ac:spMkLst>
            <pc:docMk/>
            <pc:sldMk cId="0" sldId="256"/>
            <ac:spMk id="26" creationId="{CFA5B971-ED54-F123-F6D7-5336ACF0B3E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7:25.372" v="120" actId="1076"/>
          <ac:spMkLst>
            <pc:docMk/>
            <pc:sldMk cId="0" sldId="256"/>
            <ac:spMk id="27" creationId="{D76CA4CC-49AF-3789-E9FB-D1A1981DA90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7:48.576" v="125" actId="1076"/>
          <ac:spMkLst>
            <pc:docMk/>
            <pc:sldMk cId="0" sldId="256"/>
            <ac:spMk id="28" creationId="{7F2FABE2-A1F7-72B7-EF46-55A576BD412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7:58.982" v="129" actId="1076"/>
          <ac:spMkLst>
            <pc:docMk/>
            <pc:sldMk cId="0" sldId="256"/>
            <ac:spMk id="29" creationId="{B56014CA-63F3-B0D4-79C7-7503EE08FBF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8:10.607" v="134" actId="1076"/>
          <ac:spMkLst>
            <pc:docMk/>
            <pc:sldMk cId="0" sldId="256"/>
            <ac:spMk id="30" creationId="{41DA3871-D9FC-FC08-590F-AC8E7D3D4AB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8:35.467" v="139" actId="1076"/>
          <ac:spMkLst>
            <pc:docMk/>
            <pc:sldMk cId="0" sldId="256"/>
            <ac:spMk id="31" creationId="{6765E496-B1D9-92CB-9FC9-E639A839F60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8:46.779" v="143" actId="1076"/>
          <ac:spMkLst>
            <pc:docMk/>
            <pc:sldMk cId="0" sldId="256"/>
            <ac:spMk id="32" creationId="{BCC5E846-F61B-6C17-FE67-A8F662AABF0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8:57.936" v="147" actId="20577"/>
          <ac:spMkLst>
            <pc:docMk/>
            <pc:sldMk cId="0" sldId="256"/>
            <ac:spMk id="33" creationId="{D368EBBE-DB74-A90F-EBA1-1618453B81B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9:43.936" v="151" actId="1076"/>
          <ac:spMkLst>
            <pc:docMk/>
            <pc:sldMk cId="0" sldId="256"/>
            <ac:spMk id="34" creationId="{38030C00-B61A-7333-517F-ADE7562A187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19:58.468" v="156" actId="1076"/>
          <ac:spMkLst>
            <pc:docMk/>
            <pc:sldMk cId="0" sldId="256"/>
            <ac:spMk id="35" creationId="{BEE47DF5-7525-EFE1-17D1-94A8D8DD3DF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0:10.686" v="161" actId="1076"/>
          <ac:spMkLst>
            <pc:docMk/>
            <pc:sldMk cId="0" sldId="256"/>
            <ac:spMk id="36" creationId="{1FD45DD7-757C-E3F8-8FCC-725F075A526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0:28.656" v="166" actId="1076"/>
          <ac:spMkLst>
            <pc:docMk/>
            <pc:sldMk cId="0" sldId="256"/>
            <ac:spMk id="37" creationId="{92B81EEA-769B-257A-6DA8-6634300E5CA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0:43.767" v="171" actId="20577"/>
          <ac:spMkLst>
            <pc:docMk/>
            <pc:sldMk cId="0" sldId="256"/>
            <ac:spMk id="38" creationId="{ACA104ED-A04D-74C9-21A0-77A7AF79AEE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0:58.675" v="175" actId="1076"/>
          <ac:spMkLst>
            <pc:docMk/>
            <pc:sldMk cId="0" sldId="256"/>
            <ac:spMk id="39" creationId="{08DA707A-AB5A-C71A-83AC-9C1C112716B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1:11.848" v="180" actId="20577"/>
          <ac:spMkLst>
            <pc:docMk/>
            <pc:sldMk cId="0" sldId="256"/>
            <ac:spMk id="40" creationId="{2816C3F7-B2E5-C592-7281-CC1AA9A7F0A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1:32.382" v="185" actId="20577"/>
          <ac:spMkLst>
            <pc:docMk/>
            <pc:sldMk cId="0" sldId="256"/>
            <ac:spMk id="41" creationId="{F94C642D-1CF5-31F9-2E9D-A139441CE26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1:44.430" v="189" actId="20577"/>
          <ac:spMkLst>
            <pc:docMk/>
            <pc:sldMk cId="0" sldId="256"/>
            <ac:spMk id="42" creationId="{A27B754F-922D-B468-E08D-ABA62B91D16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1:56.946" v="193" actId="20577"/>
          <ac:spMkLst>
            <pc:docMk/>
            <pc:sldMk cId="0" sldId="256"/>
            <ac:spMk id="43" creationId="{EF47D594-DE19-E076-2688-32418F904B4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2:09.213" v="195" actId="1076"/>
          <ac:spMkLst>
            <pc:docMk/>
            <pc:sldMk cId="0" sldId="256"/>
            <ac:spMk id="44" creationId="{08E2B8DF-CE77-7D2A-C841-A7683321932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2:57.482" v="200" actId="20577"/>
          <ac:spMkLst>
            <pc:docMk/>
            <pc:sldMk cId="0" sldId="256"/>
            <ac:spMk id="45" creationId="{526DA51E-82BD-FE95-7A2C-5053C8146FE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3:07.092" v="204" actId="20577"/>
          <ac:spMkLst>
            <pc:docMk/>
            <pc:sldMk cId="0" sldId="256"/>
            <ac:spMk id="46" creationId="{681AF546-E88A-8B7E-FFB6-4460245C892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3:20.156" v="209" actId="20577"/>
          <ac:spMkLst>
            <pc:docMk/>
            <pc:sldMk cId="0" sldId="256"/>
            <ac:spMk id="47" creationId="{B2F1C5D9-63F6-6448-45A5-7679291131D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3:33.469" v="214" actId="20577"/>
          <ac:spMkLst>
            <pc:docMk/>
            <pc:sldMk cId="0" sldId="256"/>
            <ac:spMk id="48" creationId="{C0112142-942A-BD56-93FA-FA942E11E24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3:44.923" v="219" actId="20577"/>
          <ac:spMkLst>
            <pc:docMk/>
            <pc:sldMk cId="0" sldId="256"/>
            <ac:spMk id="49" creationId="{1EF6E33A-CA9B-1A10-56EB-4BA2357D852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3:59.299" v="223" actId="20577"/>
          <ac:spMkLst>
            <pc:docMk/>
            <pc:sldMk cId="0" sldId="256"/>
            <ac:spMk id="50" creationId="{EC823A9F-0DF9-0351-E569-DBB2C6BE60A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4:07.159" v="226" actId="20577"/>
          <ac:spMkLst>
            <pc:docMk/>
            <pc:sldMk cId="0" sldId="256"/>
            <ac:spMk id="51" creationId="{CFE5D130-F26F-59AF-F059-5350A20E092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4:22.785" v="230" actId="20577"/>
          <ac:spMkLst>
            <pc:docMk/>
            <pc:sldMk cId="0" sldId="256"/>
            <ac:spMk id="52" creationId="{0A0FE77B-F4B9-3363-5EE5-7B4F4904C9A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4:44.239" v="236" actId="20577"/>
          <ac:spMkLst>
            <pc:docMk/>
            <pc:sldMk cId="0" sldId="256"/>
            <ac:spMk id="53" creationId="{DEA89DBD-7731-5DD3-1975-ECE700E9C99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5:02.599" v="238" actId="1076"/>
          <ac:spMkLst>
            <pc:docMk/>
            <pc:sldMk cId="0" sldId="256"/>
            <ac:spMk id="54" creationId="{DEE0A0C5-B4D7-7137-BAD1-A34B98919FF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5:15.537" v="242" actId="20577"/>
          <ac:spMkLst>
            <pc:docMk/>
            <pc:sldMk cId="0" sldId="256"/>
            <ac:spMk id="55" creationId="{CA4FFD3C-2779-374F-21B6-6A40DB4DDC6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5:44.429" v="246" actId="20577"/>
          <ac:spMkLst>
            <pc:docMk/>
            <pc:sldMk cId="0" sldId="256"/>
            <ac:spMk id="56" creationId="{2C467D55-29B5-BA55-8F7F-1919F398801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5:58.008" v="251" actId="20577"/>
          <ac:spMkLst>
            <pc:docMk/>
            <pc:sldMk cId="0" sldId="256"/>
            <ac:spMk id="57" creationId="{39C81AB9-11B5-910A-7740-2E649455B67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6:12.446" v="255" actId="20577"/>
          <ac:spMkLst>
            <pc:docMk/>
            <pc:sldMk cId="0" sldId="256"/>
            <ac:spMk id="58" creationId="{2CDC8C98-D259-EF80-D65F-86B0B7803BA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6:29.040" v="260" actId="20577"/>
          <ac:spMkLst>
            <pc:docMk/>
            <pc:sldMk cId="0" sldId="256"/>
            <ac:spMk id="59" creationId="{D6C688CB-E118-1970-5DC7-EDEC6A9836E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6:39.244" v="264" actId="1076"/>
          <ac:spMkLst>
            <pc:docMk/>
            <pc:sldMk cId="0" sldId="256"/>
            <ac:spMk id="60" creationId="{36DD0571-4B1F-5296-A4C9-DA49690B036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6:54.901" v="271" actId="1076"/>
          <ac:spMkLst>
            <pc:docMk/>
            <pc:sldMk cId="0" sldId="256"/>
            <ac:spMk id="61" creationId="{D21A917E-172D-894B-116D-AC2E1570E4C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7:06.057" v="276" actId="1076"/>
          <ac:spMkLst>
            <pc:docMk/>
            <pc:sldMk cId="0" sldId="256"/>
            <ac:spMk id="62" creationId="{62044850-83C8-4C53-EED4-664356254AA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7:21.917" v="282" actId="20577"/>
          <ac:spMkLst>
            <pc:docMk/>
            <pc:sldMk cId="0" sldId="256"/>
            <ac:spMk id="63" creationId="{6E93CB03-B9C3-60F1-B38E-CBE2DCE68C2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7:33.277" v="284" actId="1076"/>
          <ac:spMkLst>
            <pc:docMk/>
            <pc:sldMk cId="0" sldId="256"/>
            <ac:spMk id="3072" creationId="{8208CECF-6E29-ECE2-BB7F-04D7617090C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7:43.902" v="290" actId="1076"/>
          <ac:spMkLst>
            <pc:docMk/>
            <pc:sldMk cId="0" sldId="256"/>
            <ac:spMk id="3073" creationId="{087C4C04-0B2D-BF7D-E548-303B3AA85ED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7:53.184" v="294" actId="20577"/>
          <ac:spMkLst>
            <pc:docMk/>
            <pc:sldMk cId="0" sldId="256"/>
            <ac:spMk id="3200" creationId="{559C6C02-FDBD-DC00-D9DB-A26E9A5A164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8:09.184" v="299" actId="20577"/>
          <ac:spMkLst>
            <pc:docMk/>
            <pc:sldMk cId="0" sldId="256"/>
            <ac:spMk id="3201" creationId="{65C00D38-1881-D410-791B-5000D6E4603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8:19.934" v="304" actId="20577"/>
          <ac:spMkLst>
            <pc:docMk/>
            <pc:sldMk cId="0" sldId="256"/>
            <ac:spMk id="3202" creationId="{B8CD7CE9-509D-76EE-EA05-D1161973A1B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8:25.247" v="308" actId="20577"/>
          <ac:spMkLst>
            <pc:docMk/>
            <pc:sldMk cId="0" sldId="256"/>
            <ac:spMk id="3203" creationId="{4DD55CC9-AB77-3CD8-3AD4-18DAE0356B2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8:32.279" v="313" actId="20577"/>
          <ac:spMkLst>
            <pc:docMk/>
            <pc:sldMk cId="0" sldId="256"/>
            <ac:spMk id="3204" creationId="{3FACDE67-0C06-BBC5-A43F-38B4A700028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8:40.044" v="318" actId="20577"/>
          <ac:spMkLst>
            <pc:docMk/>
            <pc:sldMk cId="0" sldId="256"/>
            <ac:spMk id="3205" creationId="{55F22B94-432B-99BE-34E3-0C4F34A9FF1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9:15.311" v="321" actId="1076"/>
          <ac:spMkLst>
            <pc:docMk/>
            <pc:sldMk cId="0" sldId="256"/>
            <ac:spMk id="3206" creationId="{F546385A-FE9E-FE03-4F07-06F9945E6F8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29:24.311" v="325" actId="1076"/>
          <ac:spMkLst>
            <pc:docMk/>
            <pc:sldMk cId="0" sldId="256"/>
            <ac:spMk id="3207" creationId="{425BD5E3-8197-DB57-1605-BCF27BF93340}"/>
          </ac:spMkLst>
        </pc:spChg>
        <pc:grpChg chg="mod">
          <ac:chgData name="Ives, Ryan" userId="S::rives2@montgomerycollege.edu::5a66543c-cd70-405c-a9d0-cc8b63a4c595" providerId="AD" clId="Web-{9D70418B-2C23-6ECD-0A02-D3475CBCA696}" dt="2025-11-01T18:26:53.072" v="270" actId="1076"/>
          <ac:grpSpMkLst>
            <pc:docMk/>
            <pc:sldMk cId="0" sldId="256"/>
            <ac:grpSpMk id="3081" creationId="{4D6A85A4-1FA8-43A3-917E-D7E3A2F0F88C}"/>
          </ac:grpSpMkLst>
        </pc:grpChg>
        <pc:picChg chg="add mod">
          <ac:chgData name="Ives, Ryan" userId="S::rives2@montgomerycollege.edu::5a66543c-cd70-405c-a9d0-cc8b63a4c595" providerId="AD" clId="Web-{9D70418B-2C23-6ECD-0A02-D3475CBCA696}" dt="2025-11-01T18:41:15.697" v="417" actId="14100"/>
          <ac:picMkLst>
            <pc:docMk/>
            <pc:sldMk cId="0" sldId="256"/>
            <ac:picMk id="3208" creationId="{3EBC3D6D-E197-8082-216C-7E0F728BF731}"/>
          </ac:picMkLst>
        </pc:picChg>
        <pc:picChg chg="add mod">
          <ac:chgData name="Ives, Ryan" userId="S::rives2@montgomerycollege.edu::5a66543c-cd70-405c-a9d0-cc8b63a4c595" providerId="AD" clId="Web-{9D70418B-2C23-6ECD-0A02-D3475CBCA696}" dt="2025-11-01T18:42:56.983" v="435" actId="1076"/>
          <ac:picMkLst>
            <pc:docMk/>
            <pc:sldMk cId="0" sldId="256"/>
            <ac:picMk id="3209" creationId="{3A8ACDAE-FD43-87C6-C33C-F3A0EA281D30}"/>
          </ac:picMkLst>
        </pc:picChg>
      </pc:sldChg>
      <pc:sldChg chg="addSp delSp modSp">
        <pc:chgData name="Ives, Ryan" userId="S::rives2@montgomerycollege.edu::5a66543c-cd70-405c-a9d0-cc8b63a4c595" providerId="AD" clId="Web-{9D70418B-2C23-6ECD-0A02-D3475CBCA696}" dt="2025-11-01T19:28:31.838" v="964" actId="1076"/>
        <pc:sldMkLst>
          <pc:docMk/>
          <pc:sldMk cId="0" sldId="257"/>
        </pc:sldMkLst>
        <pc:spChg chg="add mod">
          <ac:chgData name="Ives, Ryan" userId="S::rives2@montgomerycollege.edu::5a66543c-cd70-405c-a9d0-cc8b63a4c595" providerId="AD" clId="Web-{9D70418B-2C23-6ECD-0A02-D3475CBCA696}" dt="2025-11-01T18:54:47.952" v="492" actId="20577"/>
          <ac:spMkLst>
            <pc:docMk/>
            <pc:sldMk cId="0" sldId="257"/>
            <ac:spMk id="2" creationId="{2EAF4A3E-9664-10E8-9E53-828E2BFCD88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5:05.673" v="499" actId="20577"/>
          <ac:spMkLst>
            <pc:docMk/>
            <pc:sldMk cId="0" sldId="257"/>
            <ac:spMk id="3" creationId="{EA62F1BE-725D-DCF7-5889-A1D0F9CB7A2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5:23.675" v="504" actId="20577"/>
          <ac:spMkLst>
            <pc:docMk/>
            <pc:sldMk cId="0" sldId="257"/>
            <ac:spMk id="4" creationId="{FE3DF0CB-93F8-0615-8EFF-DBEE49BE10F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6:43.916" v="541" actId="1076"/>
          <ac:spMkLst>
            <pc:docMk/>
            <pc:sldMk cId="0" sldId="257"/>
            <ac:spMk id="5" creationId="{1541BDBE-3753-DF76-3837-89E46D3E347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5:49.036" v="519" actId="20577"/>
          <ac:spMkLst>
            <pc:docMk/>
            <pc:sldMk cId="0" sldId="257"/>
            <ac:spMk id="6" creationId="{B5EF9289-9E50-DB02-C61D-D88DB79F22D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5:54.881" v="522" actId="1076"/>
          <ac:spMkLst>
            <pc:docMk/>
            <pc:sldMk cId="0" sldId="257"/>
            <ac:spMk id="7" creationId="{A1B0D79B-5BCA-4454-380A-C7D921F3352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6:02.772" v="527" actId="1076"/>
          <ac:spMkLst>
            <pc:docMk/>
            <pc:sldMk cId="0" sldId="257"/>
            <ac:spMk id="8" creationId="{D430784A-5817-02EA-41D0-A1EE478E887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6:14.867" v="532" actId="20577"/>
          <ac:spMkLst>
            <pc:docMk/>
            <pc:sldMk cId="0" sldId="257"/>
            <ac:spMk id="9" creationId="{C7A2B768-2387-7AAD-779F-79FDC7FF2BC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6:25.289" v="536" actId="20577"/>
          <ac:spMkLst>
            <pc:docMk/>
            <pc:sldMk cId="0" sldId="257"/>
            <ac:spMk id="10" creationId="{305F2595-D1D4-2FD2-0F31-6BAE81EAC04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6:36.493" v="540" actId="1076"/>
          <ac:spMkLst>
            <pc:docMk/>
            <pc:sldMk cId="0" sldId="257"/>
            <ac:spMk id="11" creationId="{1A1C3D44-E478-6137-F4FC-680DF80846D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04.966" v="544" actId="1076"/>
          <ac:spMkLst>
            <pc:docMk/>
            <pc:sldMk cId="0" sldId="257"/>
            <ac:spMk id="12" creationId="{8FD92744-732C-D7D6-C771-0EAA35D4519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6:16.155" v="572" actId="1076"/>
          <ac:spMkLst>
            <pc:docMk/>
            <pc:sldMk cId="0" sldId="257"/>
            <ac:spMk id="13" creationId="{DC44C44F-1632-3EB8-E975-0C243AE35C2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6:03.405" v="567" actId="1076"/>
          <ac:spMkLst>
            <pc:docMk/>
            <pc:sldMk cId="0" sldId="257"/>
            <ac:spMk id="14" creationId="{2BB81DE6-EC24-8145-8F5F-2CA830C0109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57.546" v="566" actId="1076"/>
          <ac:spMkLst>
            <pc:docMk/>
            <pc:sldMk cId="0" sldId="257"/>
            <ac:spMk id="15" creationId="{0A3BCCCC-C71E-10D9-8573-1E36EA2784F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53.389" v="565" actId="1076"/>
          <ac:spMkLst>
            <pc:docMk/>
            <pc:sldMk cId="0" sldId="257"/>
            <ac:spMk id="16" creationId="{E9E9E122-A00E-FDA4-D16B-D4ECDDCAAC3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49.545" v="564" actId="1076"/>
          <ac:spMkLst>
            <pc:docMk/>
            <pc:sldMk cId="0" sldId="257"/>
            <ac:spMk id="17" creationId="{AD18C58B-6B3F-4229-3B6D-30116D64813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44.248" v="563" actId="1076"/>
          <ac:spMkLst>
            <pc:docMk/>
            <pc:sldMk cId="0" sldId="257"/>
            <ac:spMk id="18" creationId="{87388C5B-29A4-F80A-8E0D-2C097365E27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34.061" v="561" actId="1076"/>
          <ac:spMkLst>
            <pc:docMk/>
            <pc:sldMk cId="0" sldId="257"/>
            <ac:spMk id="19" creationId="{C48F9603-D553-3AA1-7C0D-8078ED11A65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29.592" v="560" actId="1076"/>
          <ac:spMkLst>
            <pc:docMk/>
            <pc:sldMk cId="0" sldId="257"/>
            <ac:spMk id="20" creationId="{DB621CD4-05D7-EF58-E73D-D5A7E8A81F4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39.186" v="562" actId="1076"/>
          <ac:spMkLst>
            <pc:docMk/>
            <pc:sldMk cId="0" sldId="257"/>
            <ac:spMk id="21" creationId="{580BE79B-B0B1-5994-E940-AB479E75126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22.545" v="558" actId="1076"/>
          <ac:spMkLst>
            <pc:docMk/>
            <pc:sldMk cId="0" sldId="257"/>
            <ac:spMk id="22" creationId="{C4BF31B0-51F9-7869-E19B-97467DAC89B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5:18.014" v="557" actId="1076"/>
          <ac:spMkLst>
            <pc:docMk/>
            <pc:sldMk cId="0" sldId="257"/>
            <ac:spMk id="23" creationId="{C23F68E1-14A9-DA77-F0B4-5B26FD5673A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6:35.468" v="578" actId="1076"/>
          <ac:spMkLst>
            <pc:docMk/>
            <pc:sldMk cId="0" sldId="257"/>
            <ac:spMk id="24" creationId="{F6DD7320-BB37-2B98-BDF4-4E5891F82C7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6:45.265" v="582" actId="1076"/>
          <ac:spMkLst>
            <pc:docMk/>
            <pc:sldMk cId="0" sldId="257"/>
            <ac:spMk id="25" creationId="{72254F6E-6E88-42E0-FE61-45D95305204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7:10.281" v="589" actId="1076"/>
          <ac:spMkLst>
            <pc:docMk/>
            <pc:sldMk cId="0" sldId="257"/>
            <ac:spMk id="26" creationId="{5E69DEE7-8428-915D-930D-2A7AD37C75D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7:17.609" v="593" actId="1076"/>
          <ac:spMkLst>
            <pc:docMk/>
            <pc:sldMk cId="0" sldId="257"/>
            <ac:spMk id="27" creationId="{819963CF-F48C-3763-036B-F2632E9EE58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7:25.750" v="596" actId="1076"/>
          <ac:spMkLst>
            <pc:docMk/>
            <pc:sldMk cId="0" sldId="257"/>
            <ac:spMk id="28" creationId="{7182FDA9-A8B0-2CC6-7723-5EE3A21EF70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7:34.110" v="600" actId="1076"/>
          <ac:spMkLst>
            <pc:docMk/>
            <pc:sldMk cId="0" sldId="257"/>
            <ac:spMk id="29" creationId="{78954076-7C42-DB1C-AE23-67B4219E1DB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7:41.922" v="604" actId="1076"/>
          <ac:spMkLst>
            <pc:docMk/>
            <pc:sldMk cId="0" sldId="257"/>
            <ac:spMk id="30" creationId="{74DD09DF-B48E-D306-04AF-C845987E0C5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7:50.594" v="607" actId="1076"/>
          <ac:spMkLst>
            <pc:docMk/>
            <pc:sldMk cId="0" sldId="257"/>
            <ac:spMk id="31" creationId="{4BCA4395-8E4C-5C37-8B02-164DBCDD58E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8:20.251" v="617" actId="20577"/>
          <ac:spMkLst>
            <pc:docMk/>
            <pc:sldMk cId="0" sldId="257"/>
            <ac:spMk id="32" creationId="{C7B689AC-C654-ED42-117D-026E9369A19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8:31.126" v="619" actId="20577"/>
          <ac:spMkLst>
            <pc:docMk/>
            <pc:sldMk cId="0" sldId="257"/>
            <ac:spMk id="33" creationId="{00096097-7228-21EC-5BCE-05EB020E3DC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9:23.517" v="621" actId="1076"/>
          <ac:spMkLst>
            <pc:docMk/>
            <pc:sldMk cId="0" sldId="257"/>
            <ac:spMk id="34" creationId="{2D4D5696-AFE1-A35A-E8DB-192A9E065F7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9:29.611" v="624" actId="1076"/>
          <ac:spMkLst>
            <pc:docMk/>
            <pc:sldMk cId="0" sldId="257"/>
            <ac:spMk id="35" creationId="{63B434C7-3F29-F3F4-E249-64B4BEE6263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9:38.767" v="628" actId="20577"/>
          <ac:spMkLst>
            <pc:docMk/>
            <pc:sldMk cId="0" sldId="257"/>
            <ac:spMk id="36" creationId="{D77DF8F2-B138-B2BA-2133-237310984E9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09:48.455" v="632" actId="20577"/>
          <ac:spMkLst>
            <pc:docMk/>
            <pc:sldMk cId="0" sldId="257"/>
            <ac:spMk id="37" creationId="{F58AED26-9637-0D49-72CD-A0F513D0D49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0:02.174" v="639" actId="1076"/>
          <ac:spMkLst>
            <pc:docMk/>
            <pc:sldMk cId="0" sldId="257"/>
            <ac:spMk id="38" creationId="{A1145DA9-D6F2-A92C-A1BE-88638F22FF9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0:10.627" v="642" actId="20577"/>
          <ac:spMkLst>
            <pc:docMk/>
            <pc:sldMk cId="0" sldId="257"/>
            <ac:spMk id="39" creationId="{0EAC9465-3242-3EC3-6192-4EA5D6A0452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0:21.659" v="646" actId="20577"/>
          <ac:spMkLst>
            <pc:docMk/>
            <pc:sldMk cId="0" sldId="257"/>
            <ac:spMk id="40" creationId="{62A1F1EC-FB7B-0D15-91C0-686F5927043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0:32.643" v="649" actId="1076"/>
          <ac:spMkLst>
            <pc:docMk/>
            <pc:sldMk cId="0" sldId="257"/>
            <ac:spMk id="41" creationId="{381F525B-62C2-8DA5-8E64-D9041FA8DAA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1:17.784" v="666" actId="20577"/>
          <ac:spMkLst>
            <pc:docMk/>
            <pc:sldMk cId="0" sldId="257"/>
            <ac:spMk id="42" creationId="{81EC2357-F17D-4F29-295E-AB94595ED90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0:59.675" v="658" actId="1076"/>
          <ac:spMkLst>
            <pc:docMk/>
            <pc:sldMk cId="0" sldId="257"/>
            <ac:spMk id="43" creationId="{F0BD030C-C5A2-6615-54C2-439975A2F4C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1:13.737" v="662" actId="20577"/>
          <ac:spMkLst>
            <pc:docMk/>
            <pc:sldMk cId="0" sldId="257"/>
            <ac:spMk id="44" creationId="{6E2A1809-69E4-72B5-9687-3092ACAA667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1:40.316" v="669" actId="1076"/>
          <ac:spMkLst>
            <pc:docMk/>
            <pc:sldMk cId="0" sldId="257"/>
            <ac:spMk id="45" creationId="{5642EA4B-3281-AD8E-F94A-F5327320898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1:48.723" v="673" actId="1076"/>
          <ac:spMkLst>
            <pc:docMk/>
            <pc:sldMk cId="0" sldId="257"/>
            <ac:spMk id="46" creationId="{F79EF235-51EF-C186-298C-52EA907EC4C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1:56.615" v="676" actId="1076"/>
          <ac:spMkLst>
            <pc:docMk/>
            <pc:sldMk cId="0" sldId="257"/>
            <ac:spMk id="47" creationId="{33123488-AC1D-F0A0-B628-57A5C66A38A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2:14.101" v="681" actId="1076"/>
          <ac:spMkLst>
            <pc:docMk/>
            <pc:sldMk cId="0" sldId="257"/>
            <ac:spMk id="48" creationId="{FF2B1F6D-CE8D-BE42-336F-1C95368B89C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2:24.571" v="684" actId="1076"/>
          <ac:spMkLst>
            <pc:docMk/>
            <pc:sldMk cId="0" sldId="257"/>
            <ac:spMk id="49" creationId="{DBC14F93-83D2-7172-4327-2FFA1C202A9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2:44.573" v="689" actId="1076"/>
          <ac:spMkLst>
            <pc:docMk/>
            <pc:sldMk cId="0" sldId="257"/>
            <ac:spMk id="50" creationId="{83625E89-FCD5-6327-BFCD-542D9BE91B2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2:54.449" v="694" actId="1076"/>
          <ac:spMkLst>
            <pc:docMk/>
            <pc:sldMk cId="0" sldId="257"/>
            <ac:spMk id="51" creationId="{93F9CD44-1D3E-B189-2255-F62108CB2B2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04.137" v="698" actId="1076"/>
          <ac:spMkLst>
            <pc:docMk/>
            <pc:sldMk cId="0" sldId="257"/>
            <ac:spMk id="52" creationId="{93DD3D55-2752-669F-F7ED-28D102558E4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13.013" v="701" actId="1076"/>
          <ac:spMkLst>
            <pc:docMk/>
            <pc:sldMk cId="0" sldId="257"/>
            <ac:spMk id="53" creationId="{814871A9-CE29-C425-49C7-55A726D36D3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20.482" v="704" actId="1076"/>
          <ac:spMkLst>
            <pc:docMk/>
            <pc:sldMk cId="0" sldId="257"/>
            <ac:spMk id="54" creationId="{86FF886B-1C62-C00D-D66F-DD3D2BF5BDE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29.452" v="708" actId="1076"/>
          <ac:spMkLst>
            <pc:docMk/>
            <pc:sldMk cId="0" sldId="257"/>
            <ac:spMk id="55" creationId="{B950A144-7614-C6C0-002B-D614AFDE8D0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35.827" v="710" actId="1076"/>
          <ac:spMkLst>
            <pc:docMk/>
            <pc:sldMk cId="0" sldId="257"/>
            <ac:spMk id="56" creationId="{54BC56F7-356D-84B0-E638-0859A2E94D8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43.109" v="713" actId="1076"/>
          <ac:spMkLst>
            <pc:docMk/>
            <pc:sldMk cId="0" sldId="257"/>
            <ac:spMk id="57" creationId="{AFD85E86-7BCD-47A7-569D-6EA6F291402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52.782" v="717" actId="1076"/>
          <ac:spMkLst>
            <pc:docMk/>
            <pc:sldMk cId="0" sldId="257"/>
            <ac:spMk id="58" creationId="{FA48A7BB-F7F4-A08E-1E6B-AC4D4BD87A4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4:01.235" v="721" actId="1076"/>
          <ac:spMkLst>
            <pc:docMk/>
            <pc:sldMk cId="0" sldId="257"/>
            <ac:spMk id="59" creationId="{142D3540-CDB3-26EC-244E-BAA715385D0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3:58.079" v="720" actId="1076"/>
          <ac:spMkLst>
            <pc:docMk/>
            <pc:sldMk cId="0" sldId="257"/>
            <ac:spMk id="60" creationId="{83BCC6BF-9173-628F-395C-CE6887E38DA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5:08.521" v="727" actId="1076"/>
          <ac:spMkLst>
            <pc:docMk/>
            <pc:sldMk cId="0" sldId="257"/>
            <ac:spMk id="61" creationId="{D9BDFAED-ABBD-9638-E596-2D5BB282522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5:04.021" v="726" actId="1076"/>
          <ac:spMkLst>
            <pc:docMk/>
            <pc:sldMk cId="0" sldId="257"/>
            <ac:spMk id="62" creationId="{272B8E69-B4DE-FB38-8AB8-9A4CD124713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4:59.630" v="725" actId="1076"/>
          <ac:spMkLst>
            <pc:docMk/>
            <pc:sldMk cId="0" sldId="257"/>
            <ac:spMk id="63" creationId="{7A46DE04-0A47-90F2-5DE2-89827CB291B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5:13.209" v="729" actId="1076"/>
          <ac:spMkLst>
            <pc:docMk/>
            <pc:sldMk cId="0" sldId="257"/>
            <ac:spMk id="4096" creationId="{1B88EF9C-51E2-8364-A884-9896D5CFD27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5:17.693" v="731" actId="1076"/>
          <ac:spMkLst>
            <pc:docMk/>
            <pc:sldMk cId="0" sldId="257"/>
            <ac:spMk id="4097" creationId="{4CC147A3-A307-EF9E-BC8B-9DA1459289D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6:10.352" v="733" actId="1076"/>
          <ac:spMkLst>
            <pc:docMk/>
            <pc:sldMk cId="0" sldId="257"/>
            <ac:spMk id="4231" creationId="{B32EA13F-F6B8-F599-4B1E-DBE537F0A9D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6:22.634" v="739" actId="20577"/>
          <ac:spMkLst>
            <pc:docMk/>
            <pc:sldMk cId="0" sldId="257"/>
            <ac:spMk id="4232" creationId="{9852C08C-C90D-3AF0-5CA1-148D1E7DD8A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6:30.869" v="743" actId="20577"/>
          <ac:spMkLst>
            <pc:docMk/>
            <pc:sldMk cId="0" sldId="257"/>
            <ac:spMk id="4233" creationId="{B64D42D9-7F5C-C7B7-0D99-537E57D379F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6:39.307" v="746" actId="20577"/>
          <ac:spMkLst>
            <pc:docMk/>
            <pc:sldMk cId="0" sldId="257"/>
            <ac:spMk id="4234" creationId="{81BFF174-6CD7-0442-7522-46A5CB7EE59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6:47.073" v="750" actId="20577"/>
          <ac:spMkLst>
            <pc:docMk/>
            <pc:sldMk cId="0" sldId="257"/>
            <ac:spMk id="4235" creationId="{8F93EC04-9FA4-48B8-7D79-064C06A4197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6:53.964" v="755" actId="20577"/>
          <ac:spMkLst>
            <pc:docMk/>
            <pc:sldMk cId="0" sldId="257"/>
            <ac:spMk id="4236" creationId="{5B3541A5-6978-CE47-2156-709DD989F92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7:06.230" v="759" actId="20577"/>
          <ac:spMkLst>
            <pc:docMk/>
            <pc:sldMk cId="0" sldId="257"/>
            <ac:spMk id="4237" creationId="{32800C7E-76AA-2DE0-B16C-0FA1AA22D18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7:13.558" v="762" actId="20577"/>
          <ac:spMkLst>
            <pc:docMk/>
            <pc:sldMk cId="0" sldId="257"/>
            <ac:spMk id="4238" creationId="{A07D9809-4154-4DB1-4B62-537788707D0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7:35.294" v="764" actId="1076"/>
          <ac:spMkLst>
            <pc:docMk/>
            <pc:sldMk cId="0" sldId="257"/>
            <ac:spMk id="4239" creationId="{99178EE3-3A3A-6097-86FB-1A02F73B61E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7:54.357" v="774" actId="20577"/>
          <ac:spMkLst>
            <pc:docMk/>
            <pc:sldMk cId="0" sldId="257"/>
            <ac:spMk id="4240" creationId="{14962302-7C16-80B1-7C72-6F5878FD42E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8:03.904" v="780" actId="20577"/>
          <ac:spMkLst>
            <pc:docMk/>
            <pc:sldMk cId="0" sldId="257"/>
            <ac:spMk id="4241" creationId="{FD167D81-6585-1371-A2C0-EDE7665E49E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8:14.170" v="785" actId="20577"/>
          <ac:spMkLst>
            <pc:docMk/>
            <pc:sldMk cId="0" sldId="257"/>
            <ac:spMk id="4242" creationId="{9EEF233D-B9E1-6047-D1C6-725B61C46BB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8:24.233" v="790" actId="20577"/>
          <ac:spMkLst>
            <pc:docMk/>
            <pc:sldMk cId="0" sldId="257"/>
            <ac:spMk id="4243" creationId="{790EB581-CA48-CA22-BEF5-1F9C9FAE7D1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8:36.686" v="795" actId="20577"/>
          <ac:spMkLst>
            <pc:docMk/>
            <pc:sldMk cId="0" sldId="257"/>
            <ac:spMk id="4244" creationId="{EB280B58-9F3B-45DD-B1FA-A1F4A91F9E4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8:44.171" v="798" actId="20577"/>
          <ac:spMkLst>
            <pc:docMk/>
            <pc:sldMk cId="0" sldId="257"/>
            <ac:spMk id="4245" creationId="{6C4D14DE-8A43-96D9-1A52-D51806B1B17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8:53.406" v="801" actId="20577"/>
          <ac:spMkLst>
            <pc:docMk/>
            <pc:sldMk cId="0" sldId="257"/>
            <ac:spMk id="4246" creationId="{1D3C860A-DA16-2FF2-9B3C-94CB71BF086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9:40.673" v="807" actId="20577"/>
          <ac:spMkLst>
            <pc:docMk/>
            <pc:sldMk cId="0" sldId="257"/>
            <ac:spMk id="4247" creationId="{C5A6D756-C1A5-20FA-1CE2-781BD5C30A0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9:45.954" v="809" actId="1076"/>
          <ac:spMkLst>
            <pc:docMk/>
            <pc:sldMk cId="0" sldId="257"/>
            <ac:spMk id="4248" creationId="{DA62E507-2EB0-2E29-3392-7D4F8A43579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9:50.470" v="811" actId="1076"/>
          <ac:spMkLst>
            <pc:docMk/>
            <pc:sldMk cId="0" sldId="257"/>
            <ac:spMk id="4249" creationId="{8AD6C975-9049-5127-C144-CBDF3BE5238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9:54.173" v="813" actId="1076"/>
          <ac:spMkLst>
            <pc:docMk/>
            <pc:sldMk cId="0" sldId="257"/>
            <ac:spMk id="4250" creationId="{B5CCF043-4711-A7FE-DE06-8175BBA6E3D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19:57.892" v="815" actId="1076"/>
          <ac:spMkLst>
            <pc:docMk/>
            <pc:sldMk cId="0" sldId="257"/>
            <ac:spMk id="4251" creationId="{679906DC-6EA4-63F6-F5F0-6772E28523F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0:22.236" v="817" actId="1076"/>
          <ac:spMkLst>
            <pc:docMk/>
            <pc:sldMk cId="0" sldId="257"/>
            <ac:spMk id="4252" creationId="{15699443-1651-5E39-AF1B-EF20104A13A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0:25.392" v="819" actId="1076"/>
          <ac:spMkLst>
            <pc:docMk/>
            <pc:sldMk cId="0" sldId="257"/>
            <ac:spMk id="4253" creationId="{4B7E3B0E-3F72-9315-6D33-10BD1C4145C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0:29.143" v="821" actId="1076"/>
          <ac:spMkLst>
            <pc:docMk/>
            <pc:sldMk cId="0" sldId="257"/>
            <ac:spMk id="4254" creationId="{89EA8DCB-697F-1EFE-78C2-6D02E7963AD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0:58.049" v="825" actId="20577"/>
          <ac:spMkLst>
            <pc:docMk/>
            <pc:sldMk cId="0" sldId="257"/>
            <ac:spMk id="4255" creationId="{357ADEEC-AD2B-7F2D-93C4-0B460C9D48C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1:18.378" v="829" actId="20577"/>
          <ac:spMkLst>
            <pc:docMk/>
            <pc:sldMk cId="0" sldId="257"/>
            <ac:spMk id="4256" creationId="{CD5E84DD-1E3B-F416-364C-AAF73CC1FB3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4:52.726" v="895" actId="20577"/>
          <ac:spMkLst>
            <pc:docMk/>
            <pc:sldMk cId="0" sldId="257"/>
            <ac:spMk id="4257" creationId="{EF1CAD5B-8D3E-BD53-EE7C-619B1A3B3D4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1:48.379" v="840" actId="20577"/>
          <ac:spMkLst>
            <pc:docMk/>
            <pc:sldMk cId="0" sldId="257"/>
            <ac:spMk id="4258" creationId="{D79A303B-9BD0-3DA7-B2AD-8D55115EBCA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2:02.973" v="846" actId="20577"/>
          <ac:spMkLst>
            <pc:docMk/>
            <pc:sldMk cId="0" sldId="257"/>
            <ac:spMk id="4259" creationId="{77CAC720-6B8D-237F-4EE8-1A8020D52C4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2:11.879" v="850" actId="20577"/>
          <ac:spMkLst>
            <pc:docMk/>
            <pc:sldMk cId="0" sldId="257"/>
            <ac:spMk id="4260" creationId="{489316DA-4D39-7DF0-73CF-82776D5E293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2:28.926" v="854" actId="20577"/>
          <ac:spMkLst>
            <pc:docMk/>
            <pc:sldMk cId="0" sldId="257"/>
            <ac:spMk id="4261" creationId="{E10DECA6-E411-4435-6AB3-4CBFAC1E6A1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2:35.817" v="858" actId="20577"/>
          <ac:spMkLst>
            <pc:docMk/>
            <pc:sldMk cId="0" sldId="257"/>
            <ac:spMk id="4262" creationId="{82AFBC62-731D-F784-81A0-279473A4CE7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2:44.833" v="866" actId="20577"/>
          <ac:spMkLst>
            <pc:docMk/>
            <pc:sldMk cId="0" sldId="257"/>
            <ac:spMk id="4263" creationId="{7FF3D6B3-DC83-C829-40CA-FFC9C0A90F1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5:04.382" v="897" actId="20577"/>
          <ac:spMkLst>
            <pc:docMk/>
            <pc:sldMk cId="0" sldId="257"/>
            <ac:spMk id="4264" creationId="{29E057F4-DBE7-A666-BB6E-A9FC697E8B2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3:04.599" v="874" actId="1076"/>
          <ac:spMkLst>
            <pc:docMk/>
            <pc:sldMk cId="0" sldId="257"/>
            <ac:spMk id="4265" creationId="{AB9A7616-F97D-7259-9E97-0623F3B4A8D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3:12.865" v="878" actId="20577"/>
          <ac:spMkLst>
            <pc:docMk/>
            <pc:sldMk cId="0" sldId="257"/>
            <ac:spMk id="4266" creationId="{CAB32EB2-0238-CEB7-CBF1-10296CABFE6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3:50.959" v="880" actId="1076"/>
          <ac:spMkLst>
            <pc:docMk/>
            <pc:sldMk cId="0" sldId="257"/>
            <ac:spMk id="4267" creationId="{25F5B388-3A3A-FADE-7D6D-9D6F8189DF0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3:57.272" v="885" actId="20577"/>
          <ac:spMkLst>
            <pc:docMk/>
            <pc:sldMk cId="0" sldId="257"/>
            <ac:spMk id="4268" creationId="{7EB85D25-4D6E-FD3F-5900-2135562B8C8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4:06.069" v="889" actId="20577"/>
          <ac:spMkLst>
            <pc:docMk/>
            <pc:sldMk cId="0" sldId="257"/>
            <ac:spMk id="4269" creationId="{25559207-281C-35F2-321C-614E3504D31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5:13.445" v="899" actId="20577"/>
          <ac:spMkLst>
            <pc:docMk/>
            <pc:sldMk cId="0" sldId="257"/>
            <ac:spMk id="4270" creationId="{3779CB9D-B708-2FEA-AA90-0744604C689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5:20.960" v="902" actId="1076"/>
          <ac:spMkLst>
            <pc:docMk/>
            <pc:sldMk cId="0" sldId="257"/>
            <ac:spMk id="4271" creationId="{7B41883E-20B3-F7C3-DAE7-2311CEA343D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5:34.117" v="907" actId="20577"/>
          <ac:spMkLst>
            <pc:docMk/>
            <pc:sldMk cId="0" sldId="257"/>
            <ac:spMk id="4272" creationId="{FE06EF90-36F9-80D5-652C-8CC9C4EA5C3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6:14.492" v="909" actId="1076"/>
          <ac:spMkLst>
            <pc:docMk/>
            <pc:sldMk cId="0" sldId="257"/>
            <ac:spMk id="4273" creationId="{4BD4D2D3-D281-D8BE-42DD-CB3C3CAD4F97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19:26:37.164" v="917"/>
          <ac:spMkLst>
            <pc:docMk/>
            <pc:sldMk cId="0" sldId="257"/>
            <ac:spMk id="4274" creationId="{DC3835D6-470A-7865-ABEE-C321D6B80BA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6:47.461" v="919" actId="1076"/>
          <ac:spMkLst>
            <pc:docMk/>
            <pc:sldMk cId="0" sldId="257"/>
            <ac:spMk id="4275" creationId="{62A1B18A-506F-C135-63B1-EA3EF107FE3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6:58.493" v="923" actId="1076"/>
          <ac:spMkLst>
            <pc:docMk/>
            <pc:sldMk cId="0" sldId="257"/>
            <ac:spMk id="4276" creationId="{B7A13099-30D7-3826-6569-63EBD097334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7:12.821" v="928" actId="1076"/>
          <ac:spMkLst>
            <pc:docMk/>
            <pc:sldMk cId="0" sldId="257"/>
            <ac:spMk id="4277" creationId="{4EFC4094-6A6A-8014-2FB5-7BC549D6956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7:20.337" v="931" actId="1076"/>
          <ac:spMkLst>
            <pc:docMk/>
            <pc:sldMk cId="0" sldId="257"/>
            <ac:spMk id="4278" creationId="{B5D5AD1E-89F3-2CBD-E91E-96268B0ADC6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7:27.353" v="934" actId="1076"/>
          <ac:spMkLst>
            <pc:docMk/>
            <pc:sldMk cId="0" sldId="257"/>
            <ac:spMk id="4279" creationId="{40E03E0E-71F8-EF37-853B-1FAD4BD9733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7:33.306" v="937" actId="20577"/>
          <ac:spMkLst>
            <pc:docMk/>
            <pc:sldMk cId="0" sldId="257"/>
            <ac:spMk id="4280" creationId="{075D4896-0A8D-47E0-5B38-32DB707FFFD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7:39.009" v="941" actId="20577"/>
          <ac:spMkLst>
            <pc:docMk/>
            <pc:sldMk cId="0" sldId="257"/>
            <ac:spMk id="4281" creationId="{E6D637CD-4571-8079-06AA-BD4836EFA1D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7:54.650" v="947" actId="1076"/>
          <ac:spMkLst>
            <pc:docMk/>
            <pc:sldMk cId="0" sldId="257"/>
            <ac:spMk id="4282" creationId="{19803E2C-F114-D4F5-1630-8C6B7982246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8:02.212" v="950" actId="1076"/>
          <ac:spMkLst>
            <pc:docMk/>
            <pc:sldMk cId="0" sldId="257"/>
            <ac:spMk id="4283" creationId="{BB2037F8-1BFB-5F9C-3B62-3EF187AFAAA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8:10.197" v="953" actId="1076"/>
          <ac:spMkLst>
            <pc:docMk/>
            <pc:sldMk cId="0" sldId="257"/>
            <ac:spMk id="4284" creationId="{591536EE-5AF9-77CC-C5A0-79FCC15136A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8:18.384" v="958" actId="1076"/>
          <ac:spMkLst>
            <pc:docMk/>
            <pc:sldMk cId="0" sldId="257"/>
            <ac:spMk id="4285" creationId="{3405C597-848B-B558-6489-2EA1ED99FC3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8:24.556" v="961" actId="1076"/>
          <ac:spMkLst>
            <pc:docMk/>
            <pc:sldMk cId="0" sldId="257"/>
            <ac:spMk id="4286" creationId="{5BB2EE35-5943-9ACB-8CB7-0C8DC1D75AF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8:31.838" v="964" actId="1076"/>
          <ac:spMkLst>
            <pc:docMk/>
            <pc:sldMk cId="0" sldId="257"/>
            <ac:spMk id="4287" creationId="{10F36A89-12BF-6B7C-91D6-1EE5A9571E00}"/>
          </ac:spMkLst>
        </pc:spChg>
        <pc:grpChg chg="mod">
          <ac:chgData name="Ives, Ryan" userId="S::rives2@montgomerycollege.edu::5a66543c-cd70-405c-a9d0-cc8b63a4c595" providerId="AD" clId="Web-{9D70418B-2C23-6ECD-0A02-D3475CBCA696}" dt="2025-11-01T19:19:29.954" v="804" actId="1076"/>
          <ac:grpSpMkLst>
            <pc:docMk/>
            <pc:sldMk cId="0" sldId="257"/>
            <ac:grpSpMk id="4100" creationId="{0451A0B8-0298-DAF9-1612-A43DF7A6610C}"/>
          </ac:grpSpMkLst>
        </pc:grpChg>
        <pc:grpChg chg="add del mod">
          <ac:chgData name="Ives, Ryan" userId="S::rives2@montgomerycollege.edu::5a66543c-cd70-405c-a9d0-cc8b63a4c595" providerId="AD" clId="Web-{9D70418B-2C23-6ECD-0A02-D3475CBCA696}" dt="2025-11-01T19:21:56.301" v="844" actId="1076"/>
          <ac:grpSpMkLst>
            <pc:docMk/>
            <pc:sldMk cId="0" sldId="257"/>
            <ac:grpSpMk id="4101" creationId="{33B9FCDC-FBC4-0882-AE13-29A49962877B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9:10:40.518" v="652" actId="1076"/>
          <ac:grpSpMkLst>
            <pc:docMk/>
            <pc:sldMk cId="0" sldId="257"/>
            <ac:grpSpMk id="4104" creationId="{6CD89BF4-77FF-5A19-AC23-0C0AE3E13B68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9:09:58.002" v="638" actId="1076"/>
          <ac:grpSpMkLst>
            <pc:docMk/>
            <pc:sldMk cId="0" sldId="257"/>
            <ac:grpSpMk id="4105" creationId="{DF3346F4-46FF-742B-F7D8-297A1EE24BB8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8:55:01.360" v="497" actId="1076"/>
          <ac:grpSpMkLst>
            <pc:docMk/>
            <pc:sldMk cId="0" sldId="257"/>
            <ac:grpSpMk id="4106" creationId="{2E13B66B-1826-EF68-DDF8-D264D5C2745C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9:26:27.742" v="914" actId="1076"/>
          <ac:grpSpMkLst>
            <pc:docMk/>
            <pc:sldMk cId="0" sldId="257"/>
            <ac:grpSpMk id="4109" creationId="{272A5E49-CE7A-347D-CE18-86BD970F5F9B}"/>
          </ac:grpSpMkLst>
        </pc:grpChg>
      </pc:sldChg>
      <pc:sldChg chg="addSp delSp modSp">
        <pc:chgData name="Ives, Ryan" userId="S::rives2@montgomerycollege.edu::5a66543c-cd70-405c-a9d0-cc8b63a4c595" providerId="AD" clId="Web-{9D70418B-2C23-6ECD-0A02-D3475CBCA696}" dt="2025-11-01T20:12:31.883" v="1363"/>
        <pc:sldMkLst>
          <pc:docMk/>
          <pc:sldMk cId="0" sldId="258"/>
        </pc:sldMkLst>
        <pc:spChg chg="add mod">
          <ac:chgData name="Ives, Ryan" userId="S::rives2@montgomerycollege.edu::5a66543c-cd70-405c-a9d0-cc8b63a4c595" providerId="AD" clId="Web-{9D70418B-2C23-6ECD-0A02-D3475CBCA696}" dt="2025-11-01T19:29:28.374" v="968" actId="20577"/>
          <ac:spMkLst>
            <pc:docMk/>
            <pc:sldMk cId="0" sldId="258"/>
            <ac:spMk id="6" creationId="{F7238D1B-2A32-98BE-C043-1B1F6F15517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0:07.878" v="984" actId="1076"/>
          <ac:spMkLst>
            <pc:docMk/>
            <pc:sldMk cId="0" sldId="258"/>
            <ac:spMk id="7" creationId="{12141B42-7480-4BB2-1232-5046A1E8D53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0:03.737" v="983" actId="1076"/>
          <ac:spMkLst>
            <pc:docMk/>
            <pc:sldMk cId="0" sldId="258"/>
            <ac:spMk id="8" creationId="{0AACB139-DD99-AE5A-4F4A-CD2A988F267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0:00.815" v="982" actId="1076"/>
          <ac:spMkLst>
            <pc:docMk/>
            <pc:sldMk cId="0" sldId="258"/>
            <ac:spMk id="9" creationId="{564E48CE-C388-B40A-A88C-B05C1A4E66A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9:56.752" v="981" actId="1076"/>
          <ac:spMkLst>
            <pc:docMk/>
            <pc:sldMk cId="0" sldId="258"/>
            <ac:spMk id="10" creationId="{40A4B579-5B76-62BC-07ED-D2C2A6E815E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9:53.158" v="980" actId="1076"/>
          <ac:spMkLst>
            <pc:docMk/>
            <pc:sldMk cId="0" sldId="258"/>
            <ac:spMk id="11" creationId="{AE9A1716-2F09-DAD1-7A3B-073B62B2AC8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9:49.236" v="979" actId="1076"/>
          <ac:spMkLst>
            <pc:docMk/>
            <pc:sldMk cId="0" sldId="258"/>
            <ac:spMk id="12" creationId="{90D5E062-CC6B-3DD8-289E-C8A75B19A38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9:44.470" v="978" actId="1076"/>
          <ac:spMkLst>
            <pc:docMk/>
            <pc:sldMk cId="0" sldId="258"/>
            <ac:spMk id="13" creationId="{62C9FCF0-845A-58E7-D308-6328690231F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29:40.360" v="977" actId="1076"/>
          <ac:spMkLst>
            <pc:docMk/>
            <pc:sldMk cId="0" sldId="258"/>
            <ac:spMk id="14" creationId="{105C9751-1903-73A3-27A9-D983AD96112D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18.429" v="1357"/>
          <ac:spMkLst>
            <pc:docMk/>
            <pc:sldMk cId="0" sldId="258"/>
            <ac:spMk id="15" creationId="{A9D11E99-55C2-09C3-EA73-F63B7B360FF3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14.320" v="1356"/>
          <ac:spMkLst>
            <pc:docMk/>
            <pc:sldMk cId="0" sldId="258"/>
            <ac:spMk id="16" creationId="{72FAEB77-F774-7564-B9CB-0BAF7464231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0:13.894" v="988" actId="1076"/>
          <ac:spMkLst>
            <pc:docMk/>
            <pc:sldMk cId="0" sldId="258"/>
            <ac:spMk id="17" creationId="{D3EA7E57-281F-7FB9-C7DA-729ED3F7BB1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0:45.115" v="994" actId="20577"/>
          <ac:spMkLst>
            <pc:docMk/>
            <pc:sldMk cId="0" sldId="258"/>
            <ac:spMk id="18" creationId="{079DDC24-9CD9-229B-699C-D498E2C37783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20.679" v="1358"/>
          <ac:spMkLst>
            <pc:docMk/>
            <pc:sldMk cId="0" sldId="258"/>
            <ac:spMk id="19" creationId="{5B7EF83B-DB80-3E44-E77B-7C4F41BA01FB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12.288" v="1355"/>
          <ac:spMkLst>
            <pc:docMk/>
            <pc:sldMk cId="0" sldId="258"/>
            <ac:spMk id="20" creationId="{60C3061A-0D01-2884-361C-7791EB430F2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30.603" v="1014" actId="1076"/>
          <ac:spMkLst>
            <pc:docMk/>
            <pc:sldMk cId="0" sldId="258"/>
            <ac:spMk id="21" creationId="{72E49AA8-22CC-8F6D-E2FC-7F6D1540EF8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25.571" v="1013" actId="1076"/>
          <ac:spMkLst>
            <pc:docMk/>
            <pc:sldMk cId="0" sldId="258"/>
            <ac:spMk id="22" creationId="{0DA920F1-637B-C9A8-0143-3BBA12256F1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20.680" v="1012" actId="1076"/>
          <ac:spMkLst>
            <pc:docMk/>
            <pc:sldMk cId="0" sldId="258"/>
            <ac:spMk id="23" creationId="{C7533381-1635-E5C5-3E99-E9707DF6878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14.618" v="1011" actId="1076"/>
          <ac:spMkLst>
            <pc:docMk/>
            <pc:sldMk cId="0" sldId="258"/>
            <ac:spMk id="24" creationId="{3343466C-79D9-CCA7-F692-B23BBA80B3A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2:49.483" v="1034" actId="1076"/>
          <ac:spMkLst>
            <pc:docMk/>
            <pc:sldMk cId="0" sldId="258"/>
            <ac:spMk id="25" creationId="{67633339-412E-2B6E-79C8-460401CA17C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07.243" v="1009" actId="1076"/>
          <ac:spMkLst>
            <pc:docMk/>
            <pc:sldMk cId="0" sldId="258"/>
            <ac:spMk id="26" creationId="{AE35C698-1E30-3B0B-FB73-AABC47A24D8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04.007" v="1008" actId="1076"/>
          <ac:spMkLst>
            <pc:docMk/>
            <pc:sldMk cId="0" sldId="258"/>
            <ac:spMk id="27" creationId="{844F7710-22E1-8E7B-15FC-9DD82C2EA2C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1:00.601" v="1007" actId="1076"/>
          <ac:spMkLst>
            <pc:docMk/>
            <pc:sldMk cId="0" sldId="258"/>
            <ac:spMk id="28" creationId="{4092A7EA-CC31-B122-9861-E20352100A4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0:57.273" v="1006" actId="1076"/>
          <ac:spMkLst>
            <pc:docMk/>
            <pc:sldMk cId="0" sldId="258"/>
            <ac:spMk id="29" creationId="{7516C6BE-676C-EB5A-B252-2C6C78CCD8E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2:18.903" v="1026" actId="20577"/>
          <ac:spMkLst>
            <pc:docMk/>
            <pc:sldMk cId="0" sldId="258"/>
            <ac:spMk id="30" creationId="{4F275A69-1AF6-E452-A106-8406B9C8C92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2:11.231" v="1022" actId="20577"/>
          <ac:spMkLst>
            <pc:docMk/>
            <pc:sldMk cId="0" sldId="258"/>
            <ac:spMk id="31" creationId="{CA01BE34-45EF-40A4-3D14-41CB3D9952D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2:30.388" v="1028" actId="1076"/>
          <ac:spMkLst>
            <pc:docMk/>
            <pc:sldMk cId="0" sldId="258"/>
            <ac:spMk id="32" creationId="{3679AAEB-2CA6-6586-30E3-ED48883652B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2:34.310" v="1030" actId="1076"/>
          <ac:spMkLst>
            <pc:docMk/>
            <pc:sldMk cId="0" sldId="258"/>
            <ac:spMk id="33" creationId="{3DD483DF-AEE4-E703-3A93-DDE7E170121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2:37.185" v="1032" actId="1076"/>
          <ac:spMkLst>
            <pc:docMk/>
            <pc:sldMk cId="0" sldId="258"/>
            <ac:spMk id="34" creationId="{20FD6B55-E510-A976-1AB9-60FD585B1F6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3:06.780" v="1037" actId="1076"/>
          <ac:spMkLst>
            <pc:docMk/>
            <pc:sldMk cId="0" sldId="258"/>
            <ac:spMk id="35" creationId="{C4550C2D-7E82-0E51-A9A5-23D7B6AC8ECD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10.038" v="1354"/>
          <ac:spMkLst>
            <pc:docMk/>
            <pc:sldMk cId="0" sldId="258"/>
            <ac:spMk id="36" creationId="{2AB88700-CF08-C7F5-7FF7-0CAF6573594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3:34.829" v="1048" actId="1076"/>
          <ac:spMkLst>
            <pc:docMk/>
            <pc:sldMk cId="0" sldId="258"/>
            <ac:spMk id="37" creationId="{53D46636-06C1-CDDD-B860-35CD326BCF6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3:27.281" v="1046" actId="1076"/>
          <ac:spMkLst>
            <pc:docMk/>
            <pc:sldMk cId="0" sldId="258"/>
            <ac:spMk id="38" creationId="{069888C0-A03E-3397-8859-6FD56B6444B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3:30.563" v="1047" actId="1076"/>
          <ac:spMkLst>
            <pc:docMk/>
            <pc:sldMk cId="0" sldId="258"/>
            <ac:spMk id="39" creationId="{F891E1D6-4D99-E9C3-ABB9-EB1A3BC0744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3:16.515" v="1043" actId="1076"/>
          <ac:spMkLst>
            <pc:docMk/>
            <pc:sldMk cId="0" sldId="258"/>
            <ac:spMk id="40" creationId="{65323196-D0EE-59E1-5DB7-0C1110756074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22.773" v="1359"/>
          <ac:spMkLst>
            <pc:docMk/>
            <pc:sldMk cId="0" sldId="258"/>
            <ac:spMk id="41" creationId="{6966D479-0967-74F2-7E0E-8FBA6C9F85B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8:18.297" v="1086" actId="20577"/>
          <ac:spMkLst>
            <pc:docMk/>
            <pc:sldMk cId="0" sldId="258"/>
            <ac:spMk id="42" creationId="{A3FF298E-B95A-737A-A3B6-497D0F45B54A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19:35:51.537" v="1082"/>
          <ac:spMkLst>
            <pc:docMk/>
            <pc:sldMk cId="0" sldId="258"/>
            <ac:spMk id="43" creationId="{969B7082-B1F7-B358-8B28-8F0F7F9CB7A0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25.054" v="1360"/>
          <ac:spMkLst>
            <pc:docMk/>
            <pc:sldMk cId="0" sldId="258"/>
            <ac:spMk id="44" creationId="{1BA90B3E-D641-4270-6ED8-BE9BCD4E39C0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08.241" v="1353"/>
          <ac:spMkLst>
            <pc:docMk/>
            <pc:sldMk cId="0" sldId="258"/>
            <ac:spMk id="45" creationId="{2A7203C0-1A11-2F5E-CF92-EC2F9269C88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8:37.610" v="1332" actId="20577"/>
          <ac:spMkLst>
            <pc:docMk/>
            <pc:sldMk cId="0" sldId="258"/>
            <ac:spMk id="46" creationId="{879EB000-5BCB-82F0-22F0-F1867971954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5:20.880" v="1076" actId="1076"/>
          <ac:spMkLst>
            <pc:docMk/>
            <pc:sldMk cId="0" sldId="258"/>
            <ac:spMk id="47" creationId="{12423B01-6D34-86D8-B899-2FB015A623C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5:15.895" v="1075" actId="1076"/>
          <ac:spMkLst>
            <pc:docMk/>
            <pc:sldMk cId="0" sldId="258"/>
            <ac:spMk id="48" creationId="{5BCCC62A-E7DC-6E25-A80E-6874BAD5794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5:12.286" v="1074" actId="1076"/>
          <ac:spMkLst>
            <pc:docMk/>
            <pc:sldMk cId="0" sldId="258"/>
            <ac:spMk id="49" creationId="{C011F1DB-FB20-4B3D-3786-BF8BD84EB5A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5:07.989" v="1073" actId="1076"/>
          <ac:spMkLst>
            <pc:docMk/>
            <pc:sldMk cId="0" sldId="258"/>
            <ac:spMk id="50" creationId="{29DCCC48-EA15-2B8B-0827-AD8D92EC3F8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4:59.707" v="1070" actId="1076"/>
          <ac:spMkLst>
            <pc:docMk/>
            <pc:sldMk cId="0" sldId="258"/>
            <ac:spMk id="51" creationId="{4438F3A0-9EFD-58E2-D47A-10BFCFEB9F2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4:55.894" v="1069" actId="1076"/>
          <ac:spMkLst>
            <pc:docMk/>
            <pc:sldMk cId="0" sldId="258"/>
            <ac:spMk id="52" creationId="{4394C0DB-0B10-EEB5-D54C-7747BE08051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5:04.332" v="1072" actId="1076"/>
          <ac:spMkLst>
            <pc:docMk/>
            <pc:sldMk cId="0" sldId="258"/>
            <ac:spMk id="53" creationId="{B2A6C678-BB05-2A8C-3938-E4F8517B468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34:52.410" v="1068" actId="1076"/>
          <ac:spMkLst>
            <pc:docMk/>
            <pc:sldMk cId="0" sldId="258"/>
            <ac:spMk id="54" creationId="{1A00D487-6085-D581-D862-C6F0680A10C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8:35.251" v="1092" actId="20577"/>
          <ac:spMkLst>
            <pc:docMk/>
            <pc:sldMk cId="0" sldId="258"/>
            <ac:spMk id="55" creationId="{97786DAD-F755-1402-C444-404B538F3B7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8:58.565" v="1103" actId="20577"/>
          <ac:spMkLst>
            <pc:docMk/>
            <pc:sldMk cId="0" sldId="258"/>
            <ac:spMk id="56" creationId="{1032E94D-0FA2-AA77-3758-9F6B7324F1E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8:49.221" v="1098" actId="20577"/>
          <ac:spMkLst>
            <pc:docMk/>
            <pc:sldMk cId="0" sldId="258"/>
            <ac:spMk id="57" creationId="{85CA0930-63E1-0953-466D-AD89B10EE84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9:11.003" v="1110" actId="20577"/>
          <ac:spMkLst>
            <pc:docMk/>
            <pc:sldMk cId="0" sldId="258"/>
            <ac:spMk id="58" creationId="{D8F810F9-C3D0-C4B3-9BDD-BEAA2862B04F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19:49:26.879" v="1115"/>
          <ac:spMkLst>
            <pc:docMk/>
            <pc:sldMk cId="0" sldId="258"/>
            <ac:spMk id="59" creationId="{197894FE-C2EB-BE0E-37FC-2F1CE67CE2F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9:38.927" v="1119" actId="20577"/>
          <ac:spMkLst>
            <pc:docMk/>
            <pc:sldMk cId="0" sldId="258"/>
            <ac:spMk id="60" creationId="{5157A4E4-63CA-AFC7-30D3-E1FE2A25BCD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49:45.177" v="1122" actId="1076"/>
          <ac:spMkLst>
            <pc:docMk/>
            <pc:sldMk cId="0" sldId="258"/>
            <ac:spMk id="61" creationId="{A8C3416D-1B0C-35FD-1FEE-8CFB0F4AD61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1:51.198" v="1137" actId="1076"/>
          <ac:spMkLst>
            <pc:docMk/>
            <pc:sldMk cId="0" sldId="258"/>
            <ac:spMk id="62" creationId="{F247A05F-E9E9-BADE-8DE9-F4A67F1A448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1:54.776" v="1138" actId="1076"/>
          <ac:spMkLst>
            <pc:docMk/>
            <pc:sldMk cId="0" sldId="258"/>
            <ac:spMk id="63" creationId="{054C99E3-37C9-6F33-C1C3-0409DB07E04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1:30.182" v="1133" actId="1076"/>
          <ac:spMkLst>
            <pc:docMk/>
            <pc:sldMk cId="0" sldId="258"/>
            <ac:spMk id="5120" creationId="{FED379A2-BB85-2ACE-D4D9-C7FB3299AF2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1:25.650" v="1132" actId="1076"/>
          <ac:spMkLst>
            <pc:docMk/>
            <pc:sldMk cId="0" sldId="258"/>
            <ac:spMk id="5121" creationId="{E86BFD9E-8A13-0511-55D4-B0473A1EE3BD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1:20.916" v="1131" actId="20577"/>
          <ac:spMkLst>
            <pc:docMk/>
            <pc:sldMk cId="0" sldId="258"/>
            <ac:spMk id="5255" creationId="{CE139BEE-4945-02A8-7D5E-617769E954CC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27.492" v="1361"/>
          <ac:spMkLst>
            <pc:docMk/>
            <pc:sldMk cId="0" sldId="258"/>
            <ac:spMk id="5256" creationId="{52609446-668E-39E7-1991-E6B0685A176F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03.648" v="1351"/>
          <ac:spMkLst>
            <pc:docMk/>
            <pc:sldMk cId="0" sldId="258"/>
            <ac:spMk id="5257" creationId="{288D513B-B867-9011-A865-6A9B64B8869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2:22.918" v="1150" actId="1076"/>
          <ac:spMkLst>
            <pc:docMk/>
            <pc:sldMk cId="0" sldId="258"/>
            <ac:spMk id="5258" creationId="{D8411117-906C-31A0-2A16-6A4088D8206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2:17.808" v="1149" actId="1076"/>
          <ac:spMkLst>
            <pc:docMk/>
            <pc:sldMk cId="0" sldId="258"/>
            <ac:spMk id="5259" creationId="{2648B244-E490-547B-CF21-F1DD8228544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2:10.074" v="1147" actId="1076"/>
          <ac:spMkLst>
            <pc:docMk/>
            <pc:sldMk cId="0" sldId="258"/>
            <ac:spMk id="5260" creationId="{0088F71C-362B-F0A7-B01A-691F88F9A1B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2:01.933" v="1145" actId="1076"/>
          <ac:spMkLst>
            <pc:docMk/>
            <pc:sldMk cId="0" sldId="258"/>
            <ac:spMk id="5261" creationId="{EEB481C6-9159-20DD-6E03-841827250D5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2:42.684" v="1155" actId="1076"/>
          <ac:spMkLst>
            <pc:docMk/>
            <pc:sldMk cId="0" sldId="258"/>
            <ac:spMk id="5262" creationId="{FC32CE75-D1AC-50F4-55DD-AACE31DD4D4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3:23.920" v="1175" actId="1076"/>
          <ac:spMkLst>
            <pc:docMk/>
            <pc:sldMk cId="0" sldId="258"/>
            <ac:spMk id="5263" creationId="{30062F27-97F8-BB6A-F022-B6146314296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3:10.545" v="1170" actId="1076"/>
          <ac:spMkLst>
            <pc:docMk/>
            <pc:sldMk cId="0" sldId="258"/>
            <ac:spMk id="5264" creationId="{B955700C-12EF-3E3C-C386-AEB3897FDB8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3:02.685" v="1167" actId="1076"/>
          <ac:spMkLst>
            <pc:docMk/>
            <pc:sldMk cId="0" sldId="258"/>
            <ac:spMk id="5265" creationId="{E31A861F-D7D9-9A5C-6ABB-4B2CA540A61F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2:55.575" v="1163" actId="1076"/>
          <ac:spMkLst>
            <pc:docMk/>
            <pc:sldMk cId="0" sldId="258"/>
            <ac:spMk id="5266" creationId="{087B8EE4-8EEC-3C18-F5F6-0C7A43F634C9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4:00.890" v="1177" actId="1076"/>
          <ac:spMkLst>
            <pc:docMk/>
            <pc:sldMk cId="0" sldId="258"/>
            <ac:spMk id="5267" creationId="{9381B65F-5615-C5DB-B11C-1BBC7C40842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4:20.609" v="1186" actId="20577"/>
          <ac:spMkLst>
            <pc:docMk/>
            <pc:sldMk cId="0" sldId="258"/>
            <ac:spMk id="5268" creationId="{C53DBE4C-4531-3A1F-ABDB-BB07B08E99B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4:39.422" v="1194" actId="1076"/>
          <ac:spMkLst>
            <pc:docMk/>
            <pc:sldMk cId="0" sldId="258"/>
            <ac:spMk id="5269" creationId="{5027D6A7-DA6A-9C7E-CDE2-17C4DE8D7F0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4:27.859" v="1188" actId="20577"/>
          <ac:spMkLst>
            <pc:docMk/>
            <pc:sldMk cId="0" sldId="258"/>
            <ac:spMk id="5270" creationId="{DCDBEE6D-3F4B-D4D3-4B2A-9A5B4E84669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4:33.156" v="1191" actId="1076"/>
          <ac:spMkLst>
            <pc:docMk/>
            <pc:sldMk cId="0" sldId="258"/>
            <ac:spMk id="5271" creationId="{D1FE90F9-C455-D343-B586-274946A3DFB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13.079" v="1205" actId="1076"/>
          <ac:spMkLst>
            <pc:docMk/>
            <pc:sldMk cId="0" sldId="258"/>
            <ac:spMk id="5272" creationId="{38938953-D613-B006-351D-8D0E1835021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18.392" v="1206" actId="1076"/>
          <ac:spMkLst>
            <pc:docMk/>
            <pc:sldMk cId="0" sldId="258"/>
            <ac:spMk id="5273" creationId="{ABB03A42-DC8B-D06D-94FC-4432C191E27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04.423" v="1203" actId="1076"/>
          <ac:spMkLst>
            <pc:docMk/>
            <pc:sldMk cId="0" sldId="258"/>
            <ac:spMk id="5274" creationId="{EB227082-730F-45F2-CD1E-F16374F01E5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00.079" v="1202" actId="20577"/>
          <ac:spMkLst>
            <pc:docMk/>
            <pc:sldMk cId="0" sldId="258"/>
            <ac:spMk id="5275" creationId="{E17E1D28-FEAF-FB13-CDEA-1F4765542224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29.476" v="1362"/>
          <ac:spMkLst>
            <pc:docMk/>
            <pc:sldMk cId="0" sldId="258"/>
            <ac:spMk id="5276" creationId="{28DA1DA3-3D4A-C1D0-B2B6-F1F839C447DD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1:52.991" v="1349"/>
          <ac:spMkLst>
            <pc:docMk/>
            <pc:sldMk cId="0" sldId="258"/>
            <ac:spMk id="5277" creationId="{865ADED4-7033-F5CB-9565-28F4886F2F9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38.611" v="1214" actId="1076"/>
          <ac:spMkLst>
            <pc:docMk/>
            <pc:sldMk cId="0" sldId="258"/>
            <ac:spMk id="5278" creationId="{B10DEE7B-6E6D-0ED0-A489-7176E30523F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32.064" v="1213" actId="1076"/>
          <ac:spMkLst>
            <pc:docMk/>
            <pc:sldMk cId="0" sldId="258"/>
            <ac:spMk id="5279" creationId="{5B5610F3-DC19-4BC3-C8D0-2336243A6AB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5:26.282" v="1212" actId="1076"/>
          <ac:spMkLst>
            <pc:docMk/>
            <pc:sldMk cId="0" sldId="258"/>
            <ac:spMk id="5280" creationId="{E0E925A9-801D-022B-065C-F576097ED23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7:11.097" v="1235" actId="20577"/>
          <ac:spMkLst>
            <pc:docMk/>
            <pc:sldMk cId="0" sldId="258"/>
            <ac:spMk id="5281" creationId="{F4C9238A-5D6D-3CF4-880B-E5E1E47B2F68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19:57:03.487" v="1232"/>
          <ac:spMkLst>
            <pc:docMk/>
            <pc:sldMk cId="0" sldId="258"/>
            <ac:spMk id="5282" creationId="{50FDE0A5-6049-3A8B-5393-A0DC0C39A51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6:55.409" v="1228" actId="20577"/>
          <ac:spMkLst>
            <pc:docMk/>
            <pc:sldMk cId="0" sldId="258"/>
            <ac:spMk id="5283" creationId="{2CE2A172-2B8D-57C3-95AC-E44AD664BCD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6:39.487" v="1223" actId="1076"/>
          <ac:spMkLst>
            <pc:docMk/>
            <pc:sldMk cId="0" sldId="258"/>
            <ac:spMk id="5284" creationId="{46168F50-5C38-EB69-A6D5-6B798C56EE6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7:19.894" v="1240" actId="1076"/>
          <ac:spMkLst>
            <pc:docMk/>
            <pc:sldMk cId="0" sldId="258"/>
            <ac:spMk id="5285" creationId="{001BE943-D94C-EE0F-8C8B-DFB7C2277CF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7:30.754" v="1243" actId="20577"/>
          <ac:spMkLst>
            <pc:docMk/>
            <pc:sldMk cId="0" sldId="258"/>
            <ac:spMk id="5286" creationId="{7508F5CA-0C8B-14D6-827B-E81F90BF3EA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7:42.504" v="1247" actId="20577"/>
          <ac:spMkLst>
            <pc:docMk/>
            <pc:sldMk cId="0" sldId="258"/>
            <ac:spMk id="5287" creationId="{A2F88584-1691-1301-CAA7-32B9A14DCE7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7:57.035" v="1253" actId="1076"/>
          <ac:spMkLst>
            <pc:docMk/>
            <pc:sldMk cId="0" sldId="258"/>
            <ac:spMk id="5288" creationId="{B572133C-FFE9-3EC0-94B4-40589E72627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9:57:50.598" v="1251" actId="20577"/>
          <ac:spMkLst>
            <pc:docMk/>
            <pc:sldMk cId="0" sldId="258"/>
            <ac:spMk id="5289" creationId="{F90604CD-A1DB-CB50-CD29-81F7DDB3D03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0:31.491" v="1257" actId="1076"/>
          <ac:spMkLst>
            <pc:docMk/>
            <pc:sldMk cId="0" sldId="258"/>
            <ac:spMk id="5290" creationId="{F2D665D4-2839-3D0E-6E53-9E1896E1A10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0:47.319" v="1262" actId="1076"/>
          <ac:spMkLst>
            <pc:docMk/>
            <pc:sldMk cId="0" sldId="258"/>
            <ac:spMk id="5291" creationId="{E1EA8927-9BF5-DF93-02CF-33713DAD7D0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0:56.350" v="1266" actId="1076"/>
          <ac:spMkLst>
            <pc:docMk/>
            <pc:sldMk cId="0" sldId="258"/>
            <ac:spMk id="5292" creationId="{2A03B3F7-30CC-9A12-32B3-12436310193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1:39.523" v="1271" actId="20577"/>
          <ac:spMkLst>
            <pc:docMk/>
            <pc:sldMk cId="0" sldId="258"/>
            <ac:spMk id="5293" creationId="{12F97A96-2895-224E-969A-D473DEFB8092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1:44.398" v="1273" actId="1076"/>
          <ac:spMkLst>
            <pc:docMk/>
            <pc:sldMk cId="0" sldId="258"/>
            <ac:spMk id="5294" creationId="{7BD97464-5D35-1001-2118-692B8C12EECC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1:36.084" v="1348"/>
          <ac:spMkLst>
            <pc:docMk/>
            <pc:sldMk cId="0" sldId="258"/>
            <ac:spMk id="5295" creationId="{EEB44450-54E3-A4FA-5FD1-6AEBF0BBFC8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2:03.726" v="1280" actId="1076"/>
          <ac:spMkLst>
            <pc:docMk/>
            <pc:sldMk cId="0" sldId="258"/>
            <ac:spMk id="5296" creationId="{FA12A78B-9731-6818-B505-09FDF478073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2:00.398" v="1279" actId="1076"/>
          <ac:spMkLst>
            <pc:docMk/>
            <pc:sldMk cId="0" sldId="258"/>
            <ac:spMk id="5297" creationId="{EEC29469-8E9E-EE0E-62C4-0A64878C38F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1:53.976" v="1278" actId="1076"/>
          <ac:spMkLst>
            <pc:docMk/>
            <pc:sldMk cId="0" sldId="258"/>
            <ac:spMk id="5298" creationId="{A63A153D-0FAF-801A-50CC-129A8C0BF396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2:31.883" v="1363"/>
          <ac:spMkLst>
            <pc:docMk/>
            <pc:sldMk cId="0" sldId="258"/>
            <ac:spMk id="5299" creationId="{A579E9F7-818A-F870-6F0C-D04CE2C4EFE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2:58.306" v="1286" actId="1076"/>
          <ac:spMkLst>
            <pc:docMk/>
            <pc:sldMk cId="0" sldId="258"/>
            <ac:spMk id="5300" creationId="{F1484417-C69C-44A3-896F-926B8D04B16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3:11.292" v="1295" actId="1076"/>
          <ac:spMkLst>
            <pc:docMk/>
            <pc:sldMk cId="0" sldId="258"/>
            <ac:spMk id="5301" creationId="{46379048-9202-1C84-716F-4CF329E8608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5:47.445" v="1301" actId="20577"/>
          <ac:spMkLst>
            <pc:docMk/>
            <pc:sldMk cId="0" sldId="258"/>
            <ac:spMk id="5302" creationId="{4BDCB76C-C99A-01DB-2AEF-89A05E91BF13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05:45.773" v="1299"/>
          <ac:spMkLst>
            <pc:docMk/>
            <pc:sldMk cId="0" sldId="258"/>
            <ac:spMk id="5303" creationId="{60BE5CDE-870C-B0A2-76A2-558D03D20D2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6:01.540" v="1305" actId="20577"/>
          <ac:spMkLst>
            <pc:docMk/>
            <pc:sldMk cId="0" sldId="258"/>
            <ac:spMk id="5304" creationId="{C9D2EAEC-5539-5807-AB12-680BD494D333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7:21.544" v="1318" actId="1076"/>
          <ac:spMkLst>
            <pc:docMk/>
            <pc:sldMk cId="0" sldId="258"/>
            <ac:spMk id="5305" creationId="{F7FE6521-6593-AC24-6BD0-5ABD8BC7E71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6:10.947" v="1310" actId="20577"/>
          <ac:spMkLst>
            <pc:docMk/>
            <pc:sldMk cId="0" sldId="258"/>
            <ac:spMk id="5306" creationId="{978D8848-AC21-CE20-654E-DD84C5AADA1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6:17.760" v="1313" actId="1076"/>
          <ac:spMkLst>
            <pc:docMk/>
            <pc:sldMk cId="0" sldId="258"/>
            <ac:spMk id="5307" creationId="{6CE08C4C-EEC9-384F-1CE2-72FA8E09607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7:33.357" v="1323" actId="1076"/>
          <ac:spMkLst>
            <pc:docMk/>
            <pc:sldMk cId="0" sldId="258"/>
            <ac:spMk id="5308" creationId="{561DD7E5-2C06-E7BC-C736-A1B1A5BD36FA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07:47.296" v="1327" actId="20577"/>
          <ac:spMkLst>
            <pc:docMk/>
            <pc:sldMk cId="0" sldId="258"/>
            <ac:spMk id="5309" creationId="{E4B709F0-EECD-53DA-1CA9-7F94B2FC8A28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11:12.146" v="1346" actId="20577"/>
          <ac:spMkLst>
            <pc:docMk/>
            <pc:sldMk cId="0" sldId="258"/>
            <ac:spMk id="5310" creationId="{2FC6CBD3-E90F-45F1-BC2A-99C09C35D02A}"/>
          </ac:spMkLst>
        </pc:spChg>
        <pc:spChg chg="add del mod">
          <ac:chgData name="Ives, Ryan" userId="S::rives2@montgomerycollege.edu::5a66543c-cd70-405c-a9d0-cc8b63a4c595" providerId="AD" clId="Web-{9D70418B-2C23-6ECD-0A02-D3475CBCA696}" dt="2025-11-01T20:11:33.569" v="1347"/>
          <ac:spMkLst>
            <pc:docMk/>
            <pc:sldMk cId="0" sldId="258"/>
            <ac:spMk id="5311" creationId="{86FF3285-E86D-39BA-7891-8572917DD1C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10:30.145" v="1338" actId="1076"/>
          <ac:spMkLst>
            <pc:docMk/>
            <pc:sldMk cId="0" sldId="258"/>
            <ac:spMk id="5312" creationId="{5C1114EB-ED8E-7D34-4BAD-F36E15C7094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20:10:39.239" v="1342" actId="20577"/>
          <ac:spMkLst>
            <pc:docMk/>
            <pc:sldMk cId="0" sldId="258"/>
            <ac:spMk id="5313" creationId="{BCF29DD3-D983-B914-ED12-93B78977C31F}"/>
          </ac:spMkLst>
        </pc:spChg>
        <pc:grpChg chg="mod">
          <ac:chgData name="Ives, Ryan" userId="S::rives2@montgomerycollege.edu::5a66543c-cd70-405c-a9d0-cc8b63a4c595" providerId="AD" clId="Web-{9D70418B-2C23-6ECD-0A02-D3475CBCA696}" dt="2025-11-01T19:53:20.420" v="1174" actId="1076"/>
          <ac:grpSpMkLst>
            <pc:docMk/>
            <pc:sldMk cId="0" sldId="258"/>
            <ac:grpSpMk id="5123" creationId="{8C4F5497-6E3D-65AC-9B62-5E1635623D21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20:00:27.975" v="1256" actId="1076"/>
          <ac:grpSpMkLst>
            <pc:docMk/>
            <pc:sldMk cId="0" sldId="258"/>
            <ac:grpSpMk id="5124" creationId="{F7720041-3CEF-D06C-6F72-8517ED5B27B0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9:33:23.312" v="1045" actId="1076"/>
          <ac:grpSpMkLst>
            <pc:docMk/>
            <pc:sldMk cId="0" sldId="258"/>
            <ac:grpSpMk id="5126" creationId="{3104DEC9-6D6E-C88A-5930-DC53AB792CB3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9:32:56.717" v="1036" actId="1076"/>
          <ac:grpSpMkLst>
            <pc:docMk/>
            <pc:sldMk cId="0" sldId="258"/>
            <ac:grpSpMk id="5127" creationId="{0DBC273B-C000-D47C-3FD3-B3CBEDE3642F}"/>
          </ac:grpSpMkLst>
        </pc:grpChg>
        <pc:grpChg chg="mod">
          <ac:chgData name="Ives, Ryan" userId="S::rives2@montgomerycollege.edu::5a66543c-cd70-405c-a9d0-cc8b63a4c595" providerId="AD" clId="Web-{9D70418B-2C23-6ECD-0A02-D3475CBCA696}" dt="2025-11-01T19:51:41.120" v="1136" actId="1076"/>
          <ac:grpSpMkLst>
            <pc:docMk/>
            <pc:sldMk cId="0" sldId="258"/>
            <ac:grpSpMk id="5128" creationId="{FADCC614-8D6E-3ADA-FCFC-6651E523C376}"/>
          </ac:grpSpMkLst>
        </pc:grpChg>
        <pc:picChg chg="add del mod">
          <ac:chgData name="Ives, Ryan" userId="S::rives2@montgomerycollege.edu::5a66543c-cd70-405c-a9d0-cc8b63a4c595" providerId="AD" clId="Web-{9D70418B-2C23-6ECD-0A02-D3475CBCA696}" dt="2025-11-01T18:50:41.869" v="445"/>
          <ac:picMkLst>
            <pc:docMk/>
            <pc:sldMk cId="0" sldId="258"/>
            <ac:picMk id="2" creationId="{22ABB05F-60BF-8B8D-AB2E-1BB787726D20}"/>
          </ac:picMkLst>
        </pc:picChg>
        <pc:picChg chg="add mod">
          <ac:chgData name="Ives, Ryan" userId="S::rives2@montgomerycollege.edu::5a66543c-cd70-405c-a9d0-cc8b63a4c595" providerId="AD" clId="Web-{9D70418B-2C23-6ECD-0A02-D3475CBCA696}" dt="2025-11-01T18:50:54.260" v="448" actId="14100"/>
          <ac:picMkLst>
            <pc:docMk/>
            <pc:sldMk cId="0" sldId="258"/>
            <ac:picMk id="3" creationId="{0BF5141B-6F9A-D868-8DED-7C65DC51E6DE}"/>
          </ac:picMkLst>
        </pc:picChg>
        <pc:picChg chg="add del mod">
          <ac:chgData name="Ives, Ryan" userId="S::rives2@montgomerycollege.edu::5a66543c-cd70-405c-a9d0-cc8b63a4c595" providerId="AD" clId="Web-{9D70418B-2C23-6ECD-0A02-D3475CBCA696}" dt="2025-11-01T18:53:52.294" v="486"/>
          <ac:picMkLst>
            <pc:docMk/>
            <pc:sldMk cId="0" sldId="258"/>
            <ac:picMk id="4" creationId="{C0763B6C-17BC-F0E5-0119-57E1D3880BA0}"/>
          </ac:picMkLst>
        </pc:picChg>
        <pc:picChg chg="add mod">
          <ac:chgData name="Ives, Ryan" userId="S::rives2@montgomerycollege.edu::5a66543c-cd70-405c-a9d0-cc8b63a4c595" providerId="AD" clId="Web-{9D70418B-2C23-6ECD-0A02-D3475CBCA696}" dt="2025-11-01T18:54:04.778" v="489" actId="14100"/>
          <ac:picMkLst>
            <pc:docMk/>
            <pc:sldMk cId="0" sldId="258"/>
            <ac:picMk id="5" creationId="{9BF533BB-6953-2F2A-1ABC-E3EBEF782738}"/>
          </ac:picMkLst>
        </pc:picChg>
      </pc:sldChg>
      <pc:sldChg chg="addSp delSp modSp new del">
        <pc:chgData name="Ives, Ryan" userId="S::rives2@montgomerycollege.edu::5a66543c-cd70-405c-a9d0-cc8b63a4c595" providerId="AD" clId="Web-{9D70418B-2C23-6ECD-0A02-D3475CBCA696}" dt="2025-11-01T19:49:57.678" v="1123"/>
        <pc:sldMkLst>
          <pc:docMk/>
          <pc:sldMk cId="1455019330" sldId="260"/>
        </pc:sldMkLst>
        <pc:spChg chg="mod">
          <ac:chgData name="Ives, Ryan" userId="S::rives2@montgomerycollege.edu::5a66543c-cd70-405c-a9d0-cc8b63a4c595" providerId="AD" clId="Web-{9D70418B-2C23-6ECD-0A02-D3475CBCA696}" dt="2025-11-01T18:34:19.879" v="329" actId="20577"/>
          <ac:spMkLst>
            <pc:docMk/>
            <pc:sldMk cId="1455019330" sldId="260"/>
            <ac:spMk id="2" creationId="{0A88D61E-3672-D8D1-CCD4-0EB348CF8B24}"/>
          </ac:spMkLst>
        </pc:spChg>
        <pc:spChg chg="del mod">
          <ac:chgData name="Ives, Ryan" userId="S::rives2@montgomerycollege.edu::5a66543c-cd70-405c-a9d0-cc8b63a4c595" providerId="AD" clId="Web-{9D70418B-2C23-6ECD-0A02-D3475CBCA696}" dt="2025-11-01T18:34:25.191" v="331"/>
          <ac:spMkLst>
            <pc:docMk/>
            <pc:sldMk cId="1455019330" sldId="260"/>
            <ac:spMk id="3" creationId="{A3610B3A-BA41-BC8B-9B17-D177D37B786E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02.246" v="470" actId="20577"/>
          <ac:spMkLst>
            <pc:docMk/>
            <pc:sldMk cId="1455019330" sldId="260"/>
            <ac:spMk id="4" creationId="{CB4D18A4-5743-A81F-0271-6CD71C22A7C0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05.965" v="472" actId="20577"/>
          <ac:spMkLst>
            <pc:docMk/>
            <pc:sldMk cId="1455019330" sldId="260"/>
            <ac:spMk id="5" creationId="{F80E3E18-09E6-5896-8484-AA143D418FCC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10.059" v="474" actId="20577"/>
          <ac:spMkLst>
            <pc:docMk/>
            <pc:sldMk cId="1455019330" sldId="260"/>
            <ac:spMk id="6" creationId="{ABACB5CA-F67E-B026-8633-EEFD4F22AD26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14.403" v="476" actId="20577"/>
          <ac:spMkLst>
            <pc:docMk/>
            <pc:sldMk cId="1455019330" sldId="260"/>
            <ac:spMk id="7" creationId="{94029D2F-509F-21A7-674E-6D1E7B0B93DB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17.434" v="477" actId="20577"/>
          <ac:spMkLst>
            <pc:docMk/>
            <pc:sldMk cId="1455019330" sldId="260"/>
            <ac:spMk id="8" creationId="{4CC9308A-6DA9-4FFD-6674-645D9376D11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22.746" v="479" actId="20577"/>
          <ac:spMkLst>
            <pc:docMk/>
            <pc:sldMk cId="1455019330" sldId="260"/>
            <ac:spMk id="9" creationId="{C0BE1F6E-DA6D-D2B1-A11B-EEB305E4AC54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27.809" v="481" actId="20577"/>
          <ac:spMkLst>
            <pc:docMk/>
            <pc:sldMk cId="1455019330" sldId="260"/>
            <ac:spMk id="10" creationId="{22014A62-EC15-72CB-E7C0-89754B3831E1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3:47.294" v="485" actId="20577"/>
          <ac:spMkLst>
            <pc:docMk/>
            <pc:sldMk cId="1455019330" sldId="260"/>
            <ac:spMk id="11" creationId="{4D2CD504-2BE5-707A-49A1-F98F57429027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1:57.042" v="465" actId="20577"/>
          <ac:spMkLst>
            <pc:docMk/>
            <pc:sldMk cId="1455019330" sldId="260"/>
            <ac:spMk id="12" creationId="{9016C4FC-C23F-DBDA-C3C6-91C5A41D5895}"/>
          </ac:spMkLst>
        </pc:spChg>
        <pc:spChg chg="add mod">
          <ac:chgData name="Ives, Ryan" userId="S::rives2@montgomerycollege.edu::5a66543c-cd70-405c-a9d0-cc8b63a4c595" providerId="AD" clId="Web-{9D70418B-2C23-6ECD-0A02-D3475CBCA696}" dt="2025-11-01T18:50:35.291" v="444" actId="20577"/>
          <ac:spMkLst>
            <pc:docMk/>
            <pc:sldMk cId="1455019330" sldId="260"/>
            <ac:spMk id="13" creationId="{553EAE52-F39E-B3CF-CE77-6A2833D537C4}"/>
          </ac:spMkLst>
        </pc:spChg>
        <pc:inkChg chg="add">
          <ac:chgData name="Ives, Ryan" userId="S::rives2@montgomerycollege.edu::5a66543c-cd70-405c-a9d0-cc8b63a4c595" providerId="AD" clId="Web-{9D70418B-2C23-6ECD-0A02-D3475CBCA696}" dt="2025-11-01T18:39:06.453" v="390"/>
          <ac:inkMkLst>
            <pc:docMk/>
            <pc:sldMk cId="1455019330" sldId="260"/>
            <ac:inkMk id="14" creationId="{2C899648-0CED-855A-C175-74DF60073A1F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08.204" v="391"/>
          <ac:inkMkLst>
            <pc:docMk/>
            <pc:sldMk cId="1455019330" sldId="260"/>
            <ac:inkMk id="15" creationId="{9AF530BD-7E32-FA99-4EAA-1AEE14308613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09.219" v="392"/>
          <ac:inkMkLst>
            <pc:docMk/>
            <pc:sldMk cId="1455019330" sldId="260"/>
            <ac:inkMk id="16" creationId="{870FE53C-61DE-253C-4E9B-4B7C496EACBE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12.329" v="393"/>
          <ac:inkMkLst>
            <pc:docMk/>
            <pc:sldMk cId="1455019330" sldId="260"/>
            <ac:inkMk id="17" creationId="{9A876B29-5CF8-D978-78C8-82C09B3EA7BC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14.501" v="394"/>
          <ac:inkMkLst>
            <pc:docMk/>
            <pc:sldMk cId="1455019330" sldId="260"/>
            <ac:inkMk id="18" creationId="{BD1573E6-9BB7-1642-7ADF-34AD75DC446D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16.767" v="395"/>
          <ac:inkMkLst>
            <pc:docMk/>
            <pc:sldMk cId="1455019330" sldId="260"/>
            <ac:inkMk id="19" creationId="{48B9194E-451B-7D89-47D7-6CC6DA29C11C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19.408" v="396"/>
          <ac:inkMkLst>
            <pc:docMk/>
            <pc:sldMk cId="1455019330" sldId="260"/>
            <ac:inkMk id="20" creationId="{E418544D-C0E6-E930-4727-97213754FFD5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22.299" v="397"/>
          <ac:inkMkLst>
            <pc:docMk/>
            <pc:sldMk cId="1455019330" sldId="260"/>
            <ac:inkMk id="21" creationId="{9056D3A6-0D54-635A-4AE3-A4696D70D2DE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24.908" v="398"/>
          <ac:inkMkLst>
            <pc:docMk/>
            <pc:sldMk cId="1455019330" sldId="260"/>
            <ac:inkMk id="22" creationId="{8E20634C-88D0-3F35-9631-43B73C858659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27.237" v="399"/>
          <ac:inkMkLst>
            <pc:docMk/>
            <pc:sldMk cId="1455019330" sldId="260"/>
            <ac:inkMk id="23" creationId="{BEA41337-D529-2756-35F9-1CD27AB8C8E0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29.190" v="400"/>
          <ac:inkMkLst>
            <pc:docMk/>
            <pc:sldMk cId="1455019330" sldId="260"/>
            <ac:inkMk id="24" creationId="{D338F838-842F-6784-97F3-EB55E73EAA7E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33.971" v="401"/>
          <ac:inkMkLst>
            <pc:docMk/>
            <pc:sldMk cId="1455019330" sldId="260"/>
            <ac:inkMk id="25" creationId="{48AE90FC-AE4D-492F-66D5-194C457CC582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36.331" v="402"/>
          <ac:inkMkLst>
            <pc:docMk/>
            <pc:sldMk cId="1455019330" sldId="260"/>
            <ac:inkMk id="26" creationId="{CB40DA88-BE9B-1BDC-9EFA-E9E9E3342A6C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38.581" v="403"/>
          <ac:inkMkLst>
            <pc:docMk/>
            <pc:sldMk cId="1455019330" sldId="260"/>
            <ac:inkMk id="27" creationId="{059A95B4-6A39-3C8B-88BA-4CFCB36CE279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41.097" v="404"/>
          <ac:inkMkLst>
            <pc:docMk/>
            <pc:sldMk cId="1455019330" sldId="260"/>
            <ac:inkMk id="28" creationId="{F5498307-E252-425A-736F-023BC2FA8859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43.191" v="405"/>
          <ac:inkMkLst>
            <pc:docMk/>
            <pc:sldMk cId="1455019330" sldId="260"/>
            <ac:inkMk id="29" creationId="{B2BE5B50-E6E8-A2FE-4B9B-1218F726A443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46.363" v="406"/>
          <ac:inkMkLst>
            <pc:docMk/>
            <pc:sldMk cId="1455019330" sldId="260"/>
            <ac:inkMk id="30" creationId="{E9B636FC-1309-B368-7830-64101BAB7584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49.269" v="407"/>
          <ac:inkMkLst>
            <pc:docMk/>
            <pc:sldMk cId="1455019330" sldId="260"/>
            <ac:inkMk id="31" creationId="{F1A43643-7160-1C4B-69DB-6890F21A7B54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55.067" v="408"/>
          <ac:inkMkLst>
            <pc:docMk/>
            <pc:sldMk cId="1455019330" sldId="260"/>
            <ac:inkMk id="32" creationId="{B45FF3A7-07A5-CC94-3FBA-86A3A6E58C7F}"/>
          </ac:inkMkLst>
        </pc:inkChg>
        <pc:inkChg chg="add">
          <ac:chgData name="Ives, Ryan" userId="S::rives2@montgomerycollege.edu::5a66543c-cd70-405c-a9d0-cc8b63a4c595" providerId="AD" clId="Web-{9D70418B-2C23-6ECD-0A02-D3475CBCA696}" dt="2025-11-01T18:39:57.114" v="409"/>
          <ac:inkMkLst>
            <pc:docMk/>
            <pc:sldMk cId="1455019330" sldId="260"/>
            <ac:inkMk id="33" creationId="{989B40CF-1B25-4759-3144-C6885D6AD913}"/>
          </ac:inkMkLst>
        </pc:inkChg>
        <pc:inkChg chg="add del">
          <ac:chgData name="Ives, Ryan" userId="S::rives2@montgomerycollege.edu::5a66543c-cd70-405c-a9d0-cc8b63a4c595" providerId="AD" clId="Web-{9D70418B-2C23-6ECD-0A02-D3475CBCA696}" dt="2025-11-01T18:40:08.818" v="413"/>
          <ac:inkMkLst>
            <pc:docMk/>
            <pc:sldMk cId="1455019330" sldId="260"/>
            <ac:inkMk id="34" creationId="{63C80DC6-8230-2058-C49E-DDAF8FBA42D9}"/>
          </ac:inkMkLst>
        </pc:inkChg>
        <pc:inkChg chg="add del">
          <ac:chgData name="Ives, Ryan" userId="S::rives2@montgomerycollege.edu::5a66543c-cd70-405c-a9d0-cc8b63a4c595" providerId="AD" clId="Web-{9D70418B-2C23-6ECD-0A02-D3475CBCA696}" dt="2025-11-01T18:40:06.193" v="412"/>
          <ac:inkMkLst>
            <pc:docMk/>
            <pc:sldMk cId="1455019330" sldId="260"/>
            <ac:inkMk id="35" creationId="{514AA0C2-9EF5-A5DC-F923-069CF1DA3F98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73677C-238D-5BC4-F8A8-29FC3AE0EE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FA3459-3B2A-F9B4-15E1-9D72E0E592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5C71A0-E9A4-1861-C7BE-69CB7C8D6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D453AD-B07B-4F11-B1F3-3F7978856C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07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B251BF-67B6-B61C-679B-286AF0E419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B2311D-5350-5FF4-9DE5-3F148FC10A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58F2B4-EAEC-F448-93B4-CEC48790A0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131B83-F6D5-4BF2-8306-43B4782E42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4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027B8C-2335-BE06-BB8B-7F8B6BBA7E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1AA135-DFA2-FC92-B90F-0F4BBB93D6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FE4BEE-0B09-DCF5-CDB2-BE4B2B5776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87702C-0C29-4A99-82CD-7E81885A52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510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6E840-77DC-9C74-9690-93442BA618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32F63A-9F26-740E-4569-325884674B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EDBBEB-6CCA-9D41-D36B-2DCC8A12EC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5563BF-72AA-4425-B8D2-C218B78D4C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40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E447C6-D1C1-FEA0-B6FA-1ECFC9331E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4959ECD-534A-FBFE-251A-A86DD95D4F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F13577-6EDD-28AC-FBF7-94BEAF7C9D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EE058-FC38-4998-9843-60A2F0EEEC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03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AE1F07-B7DA-8CD5-CDA6-88D3B634E7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914320-F57F-23BD-2C84-A233EE7605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AF9A94-DC9E-1E0F-BB0C-A9F1796434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7426B6-F18B-4494-BE17-3E5C89AD88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37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777301-6B91-2C99-1A70-CDE8BC6665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839594-1C63-E11D-643C-1F88620737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8D6E63-3D8F-F74B-4321-4F146C6854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15893E-DAD7-4B79-96A0-DD12E82134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14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940A1E-B1C1-3ACC-D3AF-F4261D329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41C52-29D9-BA93-5857-9BEB58039A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9FBE8-5F87-AC3E-0539-18A36A8803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99D3C4-45ED-4AE9-AD1D-AB13A30308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45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667BC-0C20-E130-85A0-71B1CB18D2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50CD98-2925-34CB-DB9B-49A0F9DDE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128A0B-2EE0-0766-564E-DD56977FB2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BC5ABC-AA47-45B4-9B27-103C3A0BBF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71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968989-87FA-EDEB-0D10-58F3F12A3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FE8B76-FB86-5E30-3A0B-837391D288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687287-E64D-3187-7017-4B86AE56AE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40BB8-531C-4C7A-B53E-08B777F79B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26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3F772F-2CE2-E7B6-6F62-2BE866F11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D38C90-FF57-6BC5-310C-2549B6E799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9D69F3-C3BD-C072-841A-17EA920C4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DCF52-D55C-4DA8-9010-096294C1BC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58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8A472F-28DD-E312-4BB5-67DF48439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5BE4FD3-D25A-78A2-41E3-386C803191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802EE5-C199-4DA6-9111-BCFFBB9F0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740806-8C87-4F4F-805C-041232DD1E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BEF543-045E-467D-9045-85E14EED24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6D8CA18-7FB5-4D9B-911C-44581F4C12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57D94790-7F99-4869-574E-209117831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400"/>
              <a:t>Build Heap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722E0B43-63F4-96D1-E0D7-A5F0E588FA53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066800" y="1524000"/>
            <a:ext cx="6400800" cy="1752600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/>
              <a:t>Let index = length/2-1.  This is the parent of the last node in the tree, i.e. list[index + 1] . . . list[length-1] are leaves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/>
              <a:t>Convert the subtree with root of list[index] into a heap.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Given list[a] is root of tree, list[b] is left child (root *2 +1), list[c] is right child (root*2+2), if exists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Compare list[b] with list[c] to determine larger child, list[largerIndex]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Compare list[a] with list[largerIndex].  If list[a] &lt; list[largerIndex], then swap, else already a heap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If swap, repeat step 2 for the subtree of list[largerIndex]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/>
              <a:t>Convert the subtree with the root of list[index-1] into a heap, repeat until list[0]</a:t>
            </a:r>
          </a:p>
        </p:txBody>
      </p:sp>
      <p:sp>
        <p:nvSpPr>
          <p:cNvPr id="2052" name="Text Box 6">
            <a:extLst>
              <a:ext uri="{FF2B5EF4-FFF2-40B4-BE49-F238E27FC236}">
                <a16:creationId xmlns:a16="http://schemas.microsoft.com/office/drawing/2014/main" id="{A57C6EDA-4DB6-54E5-3D5C-83C81ED0C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676775"/>
            <a:ext cx="1557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Heap Sort</a:t>
            </a:r>
          </a:p>
        </p:txBody>
      </p:sp>
      <p:sp>
        <p:nvSpPr>
          <p:cNvPr id="2053" name="Text Box 7">
            <a:extLst>
              <a:ext uri="{FF2B5EF4-FFF2-40B4-BE49-F238E27FC236}">
                <a16:creationId xmlns:a16="http://schemas.microsoft.com/office/drawing/2014/main" id="{EF5A765A-4E1F-8B85-C3E6-4A638ABEE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410200"/>
            <a:ext cx="51625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Swap the root with the end of the list.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Heapify the list up to but not including the root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Repeat until there is only one node in the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7">
            <a:extLst>
              <a:ext uri="{FF2B5EF4-FFF2-40B4-BE49-F238E27FC236}">
                <a16:creationId xmlns:a16="http://schemas.microsoft.com/office/drawing/2014/main" id="{0C496A24-5319-98C2-FB81-BC6B5EDE2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"/>
            <a:ext cx="611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Simulate the heapsort algorithm manually to sort the array:</a:t>
            </a:r>
          </a:p>
        </p:txBody>
      </p:sp>
      <p:sp>
        <p:nvSpPr>
          <p:cNvPr id="3075" name="Text Box 19">
            <a:extLst>
              <a:ext uri="{FF2B5EF4-FFF2-40B4-BE49-F238E27FC236}">
                <a16:creationId xmlns:a16="http://schemas.microsoft.com/office/drawing/2014/main" id="{5A357B02-1E04-9228-4345-FD8F91648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2279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Show all steps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Make into a heap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Sort</a:t>
            </a:r>
          </a:p>
        </p:txBody>
      </p:sp>
      <p:sp>
        <p:nvSpPr>
          <p:cNvPr id="3076" name="Rectangle 21">
            <a:extLst>
              <a:ext uri="{FF2B5EF4-FFF2-40B4-BE49-F238E27FC236}">
                <a16:creationId xmlns:a16="http://schemas.microsoft.com/office/drawing/2014/main" id="{975A6D4A-9176-79B4-3970-2808D83C4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3077" name="Group 31">
            <a:extLst>
              <a:ext uri="{FF2B5EF4-FFF2-40B4-BE49-F238E27FC236}">
                <a16:creationId xmlns:a16="http://schemas.microsoft.com/office/drawing/2014/main" id="{2FC09047-0396-B6CD-26AD-C492222050D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609600" cy="4876800"/>
            <a:chOff x="480" y="1152"/>
            <a:chExt cx="384" cy="3072"/>
          </a:xfrm>
        </p:grpSpPr>
        <p:sp>
          <p:nvSpPr>
            <p:cNvPr id="3190" name="Line 6">
              <a:extLst>
                <a:ext uri="{FF2B5EF4-FFF2-40B4-BE49-F238E27FC236}">
                  <a16:creationId xmlns:a16="http://schemas.microsoft.com/office/drawing/2014/main" id="{8B180AD0-3C93-10BA-4C2F-DCEB74FE6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1" name="Rectangle 20">
              <a:extLst>
                <a:ext uri="{FF2B5EF4-FFF2-40B4-BE49-F238E27FC236}">
                  <a16:creationId xmlns:a16="http://schemas.microsoft.com/office/drawing/2014/main" id="{89ECCB59-7992-8008-1B8F-4960546C4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92" name="Line 23">
              <a:extLst>
                <a:ext uri="{FF2B5EF4-FFF2-40B4-BE49-F238E27FC236}">
                  <a16:creationId xmlns:a16="http://schemas.microsoft.com/office/drawing/2014/main" id="{B3C9DBC0-6F40-BE49-A86E-3264A54C2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3" name="Line 24">
              <a:extLst>
                <a:ext uri="{FF2B5EF4-FFF2-40B4-BE49-F238E27FC236}">
                  <a16:creationId xmlns:a16="http://schemas.microsoft.com/office/drawing/2014/main" id="{A99BF154-666C-FD93-8E88-5C55BFDC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" name="Line 25">
              <a:extLst>
                <a:ext uri="{FF2B5EF4-FFF2-40B4-BE49-F238E27FC236}">
                  <a16:creationId xmlns:a16="http://schemas.microsoft.com/office/drawing/2014/main" id="{3FAAB2B8-15AF-4B36-2148-33D0A1B1F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" name="Line 26">
              <a:extLst>
                <a:ext uri="{FF2B5EF4-FFF2-40B4-BE49-F238E27FC236}">
                  <a16:creationId xmlns:a16="http://schemas.microsoft.com/office/drawing/2014/main" id="{EEDD2A70-7AD8-E154-790A-34F5AD5B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6" name="Line 27">
              <a:extLst>
                <a:ext uri="{FF2B5EF4-FFF2-40B4-BE49-F238E27FC236}">
                  <a16:creationId xmlns:a16="http://schemas.microsoft.com/office/drawing/2014/main" id="{DDAB013A-E966-0204-CD65-B76C2C404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" name="Line 28">
              <a:extLst>
                <a:ext uri="{FF2B5EF4-FFF2-40B4-BE49-F238E27FC236}">
                  <a16:creationId xmlns:a16="http://schemas.microsoft.com/office/drawing/2014/main" id="{19825716-D8F7-40B5-9B17-764DC1E6B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" name="Line 29">
              <a:extLst>
                <a:ext uri="{FF2B5EF4-FFF2-40B4-BE49-F238E27FC236}">
                  <a16:creationId xmlns:a16="http://schemas.microsoft.com/office/drawing/2014/main" id="{102DD84F-99E4-A586-1FE2-8F152401E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" name="Line 30">
              <a:extLst>
                <a:ext uri="{FF2B5EF4-FFF2-40B4-BE49-F238E27FC236}">
                  <a16:creationId xmlns:a16="http://schemas.microsoft.com/office/drawing/2014/main" id="{D65D6E79-1F13-8C9C-A8BA-45672734E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8" name="Group 32">
            <a:extLst>
              <a:ext uri="{FF2B5EF4-FFF2-40B4-BE49-F238E27FC236}">
                <a16:creationId xmlns:a16="http://schemas.microsoft.com/office/drawing/2014/main" id="{AEA9911E-ADA4-0E98-418B-4CF091786C32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28800"/>
            <a:ext cx="609600" cy="4876800"/>
            <a:chOff x="480" y="1152"/>
            <a:chExt cx="384" cy="3072"/>
          </a:xfrm>
        </p:grpSpPr>
        <p:sp>
          <p:nvSpPr>
            <p:cNvPr id="3180" name="Line 33">
              <a:extLst>
                <a:ext uri="{FF2B5EF4-FFF2-40B4-BE49-F238E27FC236}">
                  <a16:creationId xmlns:a16="http://schemas.microsoft.com/office/drawing/2014/main" id="{5BAB1385-7A60-1292-9060-BACFAC1B6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" name="Rectangle 34">
              <a:extLst>
                <a:ext uri="{FF2B5EF4-FFF2-40B4-BE49-F238E27FC236}">
                  <a16:creationId xmlns:a16="http://schemas.microsoft.com/office/drawing/2014/main" id="{68DB681A-7062-5271-68F9-F818C1FCD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" name="Line 35">
              <a:extLst>
                <a:ext uri="{FF2B5EF4-FFF2-40B4-BE49-F238E27FC236}">
                  <a16:creationId xmlns:a16="http://schemas.microsoft.com/office/drawing/2014/main" id="{39DA99E6-357A-4BC5-40F5-13859D124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" name="Line 36">
              <a:extLst>
                <a:ext uri="{FF2B5EF4-FFF2-40B4-BE49-F238E27FC236}">
                  <a16:creationId xmlns:a16="http://schemas.microsoft.com/office/drawing/2014/main" id="{EFBBC93D-29CC-CBE4-EA12-6E96F0AB9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" name="Line 37">
              <a:extLst>
                <a:ext uri="{FF2B5EF4-FFF2-40B4-BE49-F238E27FC236}">
                  <a16:creationId xmlns:a16="http://schemas.microsoft.com/office/drawing/2014/main" id="{7F2B0805-5196-E45D-6B11-8B513F9E8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5" name="Line 38">
              <a:extLst>
                <a:ext uri="{FF2B5EF4-FFF2-40B4-BE49-F238E27FC236}">
                  <a16:creationId xmlns:a16="http://schemas.microsoft.com/office/drawing/2014/main" id="{63F2B169-19FB-F127-6954-8C4AB48D8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6" name="Line 39">
              <a:extLst>
                <a:ext uri="{FF2B5EF4-FFF2-40B4-BE49-F238E27FC236}">
                  <a16:creationId xmlns:a16="http://schemas.microsoft.com/office/drawing/2014/main" id="{DB33F909-46B1-BE0C-4D74-711C48735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7" name="Line 40">
              <a:extLst>
                <a:ext uri="{FF2B5EF4-FFF2-40B4-BE49-F238E27FC236}">
                  <a16:creationId xmlns:a16="http://schemas.microsoft.com/office/drawing/2014/main" id="{923C09D5-D5C9-B0C6-23C1-ECF5A07CB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8" name="Line 41">
              <a:extLst>
                <a:ext uri="{FF2B5EF4-FFF2-40B4-BE49-F238E27FC236}">
                  <a16:creationId xmlns:a16="http://schemas.microsoft.com/office/drawing/2014/main" id="{08A99468-9DF7-73D0-DB31-4349FDB0C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9" name="Line 42">
              <a:extLst>
                <a:ext uri="{FF2B5EF4-FFF2-40B4-BE49-F238E27FC236}">
                  <a16:creationId xmlns:a16="http://schemas.microsoft.com/office/drawing/2014/main" id="{24AD6B6D-D7B1-09DB-9FD2-FB0B70232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9" name="Group 43">
            <a:extLst>
              <a:ext uri="{FF2B5EF4-FFF2-40B4-BE49-F238E27FC236}">
                <a16:creationId xmlns:a16="http://schemas.microsoft.com/office/drawing/2014/main" id="{2CD81F95-90B7-881D-1C6C-A681EEEAF66C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828800"/>
            <a:ext cx="609600" cy="4876800"/>
            <a:chOff x="480" y="1152"/>
            <a:chExt cx="384" cy="3072"/>
          </a:xfrm>
        </p:grpSpPr>
        <p:sp>
          <p:nvSpPr>
            <p:cNvPr id="3170" name="Line 44">
              <a:extLst>
                <a:ext uri="{FF2B5EF4-FFF2-40B4-BE49-F238E27FC236}">
                  <a16:creationId xmlns:a16="http://schemas.microsoft.com/office/drawing/2014/main" id="{358513C6-5A4A-0C10-39C2-F8262BD46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1" name="Rectangle 45">
              <a:extLst>
                <a:ext uri="{FF2B5EF4-FFF2-40B4-BE49-F238E27FC236}">
                  <a16:creationId xmlns:a16="http://schemas.microsoft.com/office/drawing/2014/main" id="{46A3A9A1-3B12-A6D1-DD5C-E0C1E9159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2" name="Line 46">
              <a:extLst>
                <a:ext uri="{FF2B5EF4-FFF2-40B4-BE49-F238E27FC236}">
                  <a16:creationId xmlns:a16="http://schemas.microsoft.com/office/drawing/2014/main" id="{8FB88AB0-DB9B-B08A-8320-FEAAE3E95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3" name="Line 47">
              <a:extLst>
                <a:ext uri="{FF2B5EF4-FFF2-40B4-BE49-F238E27FC236}">
                  <a16:creationId xmlns:a16="http://schemas.microsoft.com/office/drawing/2014/main" id="{B5FB42BF-81EE-E6CB-C87B-607195616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" name="Line 48">
              <a:extLst>
                <a:ext uri="{FF2B5EF4-FFF2-40B4-BE49-F238E27FC236}">
                  <a16:creationId xmlns:a16="http://schemas.microsoft.com/office/drawing/2014/main" id="{7AED2267-E597-2678-BD6E-668A4F7F2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" name="Line 49">
              <a:extLst>
                <a:ext uri="{FF2B5EF4-FFF2-40B4-BE49-F238E27FC236}">
                  <a16:creationId xmlns:a16="http://schemas.microsoft.com/office/drawing/2014/main" id="{6C9DE7D4-0230-157B-793C-62063162F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" name="Line 50">
              <a:extLst>
                <a:ext uri="{FF2B5EF4-FFF2-40B4-BE49-F238E27FC236}">
                  <a16:creationId xmlns:a16="http://schemas.microsoft.com/office/drawing/2014/main" id="{1E8C67E2-8876-603C-7FAB-861E78A03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" name="Line 51">
              <a:extLst>
                <a:ext uri="{FF2B5EF4-FFF2-40B4-BE49-F238E27FC236}">
                  <a16:creationId xmlns:a16="http://schemas.microsoft.com/office/drawing/2014/main" id="{78D2DC05-D7A2-6691-5126-7D44E644D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" name="Line 52">
              <a:extLst>
                <a:ext uri="{FF2B5EF4-FFF2-40B4-BE49-F238E27FC236}">
                  <a16:creationId xmlns:a16="http://schemas.microsoft.com/office/drawing/2014/main" id="{E27E45EC-8C81-9E6E-4F3C-B2E26F878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" name="Line 53">
              <a:extLst>
                <a:ext uri="{FF2B5EF4-FFF2-40B4-BE49-F238E27FC236}">
                  <a16:creationId xmlns:a16="http://schemas.microsoft.com/office/drawing/2014/main" id="{5CF52956-762C-067D-5C52-890A9DC9F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0" name="Group 54">
            <a:extLst>
              <a:ext uri="{FF2B5EF4-FFF2-40B4-BE49-F238E27FC236}">
                <a16:creationId xmlns:a16="http://schemas.microsoft.com/office/drawing/2014/main" id="{CD38A4B0-D58B-0909-59AB-C18B537A7CD2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1828800"/>
            <a:ext cx="609600" cy="4876800"/>
            <a:chOff x="480" y="1152"/>
            <a:chExt cx="384" cy="3072"/>
          </a:xfrm>
        </p:grpSpPr>
        <p:sp>
          <p:nvSpPr>
            <p:cNvPr id="3160" name="Line 55">
              <a:extLst>
                <a:ext uri="{FF2B5EF4-FFF2-40B4-BE49-F238E27FC236}">
                  <a16:creationId xmlns:a16="http://schemas.microsoft.com/office/drawing/2014/main" id="{73A51976-A196-83B6-D660-80498A14D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1" name="Rectangle 56">
              <a:extLst>
                <a:ext uri="{FF2B5EF4-FFF2-40B4-BE49-F238E27FC236}">
                  <a16:creationId xmlns:a16="http://schemas.microsoft.com/office/drawing/2014/main" id="{09C15B97-8AFA-6A66-0B76-C9B8059D4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62" name="Line 57">
              <a:extLst>
                <a:ext uri="{FF2B5EF4-FFF2-40B4-BE49-F238E27FC236}">
                  <a16:creationId xmlns:a16="http://schemas.microsoft.com/office/drawing/2014/main" id="{D079277E-73A9-4B14-A10B-8991ECE4D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3" name="Line 58">
              <a:extLst>
                <a:ext uri="{FF2B5EF4-FFF2-40B4-BE49-F238E27FC236}">
                  <a16:creationId xmlns:a16="http://schemas.microsoft.com/office/drawing/2014/main" id="{45C5A495-F14E-D2ED-5D08-84943533F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4" name="Line 59">
              <a:extLst>
                <a:ext uri="{FF2B5EF4-FFF2-40B4-BE49-F238E27FC236}">
                  <a16:creationId xmlns:a16="http://schemas.microsoft.com/office/drawing/2014/main" id="{CD517E6C-517B-14D9-9220-6446A9798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5" name="Line 60">
              <a:extLst>
                <a:ext uri="{FF2B5EF4-FFF2-40B4-BE49-F238E27FC236}">
                  <a16:creationId xmlns:a16="http://schemas.microsoft.com/office/drawing/2014/main" id="{94E754EC-B6DC-6ED6-DF2E-032DFB35C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6" name="Line 61">
              <a:extLst>
                <a:ext uri="{FF2B5EF4-FFF2-40B4-BE49-F238E27FC236}">
                  <a16:creationId xmlns:a16="http://schemas.microsoft.com/office/drawing/2014/main" id="{B050775C-F6EC-8632-D9EC-78644922F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7" name="Line 62">
              <a:extLst>
                <a:ext uri="{FF2B5EF4-FFF2-40B4-BE49-F238E27FC236}">
                  <a16:creationId xmlns:a16="http://schemas.microsoft.com/office/drawing/2014/main" id="{347F1DD9-FBD0-F63E-2650-CA56F7D82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8" name="Line 63">
              <a:extLst>
                <a:ext uri="{FF2B5EF4-FFF2-40B4-BE49-F238E27FC236}">
                  <a16:creationId xmlns:a16="http://schemas.microsoft.com/office/drawing/2014/main" id="{BE3E228B-4F18-D940-9B70-D095514F4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9" name="Line 64">
              <a:extLst>
                <a:ext uri="{FF2B5EF4-FFF2-40B4-BE49-F238E27FC236}">
                  <a16:creationId xmlns:a16="http://schemas.microsoft.com/office/drawing/2014/main" id="{B63CEEE1-8F3B-9FF0-A822-7C3E5FE13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1" name="Group 65">
            <a:extLst>
              <a:ext uri="{FF2B5EF4-FFF2-40B4-BE49-F238E27FC236}">
                <a16:creationId xmlns:a16="http://schemas.microsoft.com/office/drawing/2014/main" id="{4D6A85A4-1FA8-43A3-917E-D7E3A2F0F88C}"/>
              </a:ext>
            </a:extLst>
          </p:cNvPr>
          <p:cNvGrpSpPr>
            <a:grpSpLocks/>
          </p:cNvGrpSpPr>
          <p:nvPr/>
        </p:nvGrpSpPr>
        <p:grpSpPr bwMode="auto">
          <a:xfrm>
            <a:off x="5033963" y="1828800"/>
            <a:ext cx="609600" cy="4876800"/>
            <a:chOff x="480" y="1152"/>
            <a:chExt cx="384" cy="3072"/>
          </a:xfrm>
        </p:grpSpPr>
        <p:sp>
          <p:nvSpPr>
            <p:cNvPr id="3150" name="Line 66">
              <a:extLst>
                <a:ext uri="{FF2B5EF4-FFF2-40B4-BE49-F238E27FC236}">
                  <a16:creationId xmlns:a16="http://schemas.microsoft.com/office/drawing/2014/main" id="{1F889308-6AD7-8244-22DB-7DD9F12E0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1" name="Rectangle 67">
              <a:extLst>
                <a:ext uri="{FF2B5EF4-FFF2-40B4-BE49-F238E27FC236}">
                  <a16:creationId xmlns:a16="http://schemas.microsoft.com/office/drawing/2014/main" id="{1680C3DD-0460-61F7-5276-5516C4B1D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52" name="Line 68">
              <a:extLst>
                <a:ext uri="{FF2B5EF4-FFF2-40B4-BE49-F238E27FC236}">
                  <a16:creationId xmlns:a16="http://schemas.microsoft.com/office/drawing/2014/main" id="{09658974-A0DC-8CAF-F089-856E736EA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3" name="Line 69">
              <a:extLst>
                <a:ext uri="{FF2B5EF4-FFF2-40B4-BE49-F238E27FC236}">
                  <a16:creationId xmlns:a16="http://schemas.microsoft.com/office/drawing/2014/main" id="{871E25C9-0F26-6409-E59C-73133D5EB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4" name="Line 70">
              <a:extLst>
                <a:ext uri="{FF2B5EF4-FFF2-40B4-BE49-F238E27FC236}">
                  <a16:creationId xmlns:a16="http://schemas.microsoft.com/office/drawing/2014/main" id="{6943E7FF-E77E-2099-9EFE-54010415B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5" name="Line 71">
              <a:extLst>
                <a:ext uri="{FF2B5EF4-FFF2-40B4-BE49-F238E27FC236}">
                  <a16:creationId xmlns:a16="http://schemas.microsoft.com/office/drawing/2014/main" id="{726BA3FA-5AD1-1EFC-29B1-DE4697E54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6" name="Line 72">
              <a:extLst>
                <a:ext uri="{FF2B5EF4-FFF2-40B4-BE49-F238E27FC236}">
                  <a16:creationId xmlns:a16="http://schemas.microsoft.com/office/drawing/2014/main" id="{EAF074FE-471D-8DE6-C2B8-083C3AD81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7" name="Line 73">
              <a:extLst>
                <a:ext uri="{FF2B5EF4-FFF2-40B4-BE49-F238E27FC236}">
                  <a16:creationId xmlns:a16="http://schemas.microsoft.com/office/drawing/2014/main" id="{84C3EB49-C3A5-97BC-7034-CCB53D3BB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8" name="Line 74">
              <a:extLst>
                <a:ext uri="{FF2B5EF4-FFF2-40B4-BE49-F238E27FC236}">
                  <a16:creationId xmlns:a16="http://schemas.microsoft.com/office/drawing/2014/main" id="{572C4E59-867B-C089-FB7D-88DAF2EEB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9" name="Line 75">
              <a:extLst>
                <a:ext uri="{FF2B5EF4-FFF2-40B4-BE49-F238E27FC236}">
                  <a16:creationId xmlns:a16="http://schemas.microsoft.com/office/drawing/2014/main" id="{70AC3495-5CF7-CB83-AAC7-EC033BEF0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2" name="Group 87">
            <a:extLst>
              <a:ext uri="{FF2B5EF4-FFF2-40B4-BE49-F238E27FC236}">
                <a16:creationId xmlns:a16="http://schemas.microsoft.com/office/drawing/2014/main" id="{E24478CD-87A0-6925-D8AA-63973D7352A8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609600" cy="4876800"/>
            <a:chOff x="480" y="1152"/>
            <a:chExt cx="384" cy="3072"/>
          </a:xfrm>
        </p:grpSpPr>
        <p:sp>
          <p:nvSpPr>
            <p:cNvPr id="3140" name="Line 88">
              <a:extLst>
                <a:ext uri="{FF2B5EF4-FFF2-40B4-BE49-F238E27FC236}">
                  <a16:creationId xmlns:a16="http://schemas.microsoft.com/office/drawing/2014/main" id="{4676B292-E8C7-1161-65E9-392D393E8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1" name="Rectangle 89">
              <a:extLst>
                <a:ext uri="{FF2B5EF4-FFF2-40B4-BE49-F238E27FC236}">
                  <a16:creationId xmlns:a16="http://schemas.microsoft.com/office/drawing/2014/main" id="{D3543B43-EE24-8B53-032B-B91359885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42" name="Line 90">
              <a:extLst>
                <a:ext uri="{FF2B5EF4-FFF2-40B4-BE49-F238E27FC236}">
                  <a16:creationId xmlns:a16="http://schemas.microsoft.com/office/drawing/2014/main" id="{1CE52932-3EF4-D537-85D7-CB82A9C58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" name="Line 91">
              <a:extLst>
                <a:ext uri="{FF2B5EF4-FFF2-40B4-BE49-F238E27FC236}">
                  <a16:creationId xmlns:a16="http://schemas.microsoft.com/office/drawing/2014/main" id="{E0AE7050-BBD1-696F-FAFF-C017AE685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4" name="Line 92">
              <a:extLst>
                <a:ext uri="{FF2B5EF4-FFF2-40B4-BE49-F238E27FC236}">
                  <a16:creationId xmlns:a16="http://schemas.microsoft.com/office/drawing/2014/main" id="{C55CB211-F823-6EF0-C4C1-B5160117D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5" name="Line 93">
              <a:extLst>
                <a:ext uri="{FF2B5EF4-FFF2-40B4-BE49-F238E27FC236}">
                  <a16:creationId xmlns:a16="http://schemas.microsoft.com/office/drawing/2014/main" id="{73720BDE-DECA-037F-7222-D36408311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6" name="Line 94">
              <a:extLst>
                <a:ext uri="{FF2B5EF4-FFF2-40B4-BE49-F238E27FC236}">
                  <a16:creationId xmlns:a16="http://schemas.microsoft.com/office/drawing/2014/main" id="{6C40C141-B210-F55F-CB28-9F6F7CA7E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7" name="Line 95">
              <a:extLst>
                <a:ext uri="{FF2B5EF4-FFF2-40B4-BE49-F238E27FC236}">
                  <a16:creationId xmlns:a16="http://schemas.microsoft.com/office/drawing/2014/main" id="{EBF3C9A4-7D90-D235-3253-6FC440F1C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8" name="Line 96">
              <a:extLst>
                <a:ext uri="{FF2B5EF4-FFF2-40B4-BE49-F238E27FC236}">
                  <a16:creationId xmlns:a16="http://schemas.microsoft.com/office/drawing/2014/main" id="{3CBA49C5-3CF9-9AC8-81C6-602520B54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9" name="Line 97">
              <a:extLst>
                <a:ext uri="{FF2B5EF4-FFF2-40B4-BE49-F238E27FC236}">
                  <a16:creationId xmlns:a16="http://schemas.microsoft.com/office/drawing/2014/main" id="{830CC4A1-E3F7-B384-C85E-58D4B4905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3" name="Group 98">
            <a:extLst>
              <a:ext uri="{FF2B5EF4-FFF2-40B4-BE49-F238E27FC236}">
                <a16:creationId xmlns:a16="http://schemas.microsoft.com/office/drawing/2014/main" id="{62C7657C-C40C-A8F1-4349-9A897D1102C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28800"/>
            <a:ext cx="609600" cy="4876800"/>
            <a:chOff x="480" y="1152"/>
            <a:chExt cx="384" cy="3072"/>
          </a:xfrm>
        </p:grpSpPr>
        <p:sp>
          <p:nvSpPr>
            <p:cNvPr id="3130" name="Line 99">
              <a:extLst>
                <a:ext uri="{FF2B5EF4-FFF2-40B4-BE49-F238E27FC236}">
                  <a16:creationId xmlns:a16="http://schemas.microsoft.com/office/drawing/2014/main" id="{B6FFC4DC-AF5A-C0C5-362B-3D84B7FF3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1" name="Rectangle 100">
              <a:extLst>
                <a:ext uri="{FF2B5EF4-FFF2-40B4-BE49-F238E27FC236}">
                  <a16:creationId xmlns:a16="http://schemas.microsoft.com/office/drawing/2014/main" id="{1D0F3A4C-F9D8-FC5A-B1C3-429508044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32" name="Line 101">
              <a:extLst>
                <a:ext uri="{FF2B5EF4-FFF2-40B4-BE49-F238E27FC236}">
                  <a16:creationId xmlns:a16="http://schemas.microsoft.com/office/drawing/2014/main" id="{F69C39AE-91F7-D194-6EAB-3767E7B95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3" name="Line 102">
              <a:extLst>
                <a:ext uri="{FF2B5EF4-FFF2-40B4-BE49-F238E27FC236}">
                  <a16:creationId xmlns:a16="http://schemas.microsoft.com/office/drawing/2014/main" id="{2CF6E5B9-2402-3EDE-EE76-994B807C4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4" name="Line 103">
              <a:extLst>
                <a:ext uri="{FF2B5EF4-FFF2-40B4-BE49-F238E27FC236}">
                  <a16:creationId xmlns:a16="http://schemas.microsoft.com/office/drawing/2014/main" id="{B9086668-3E84-CE84-9B47-A53E2BCFC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5" name="Line 104">
              <a:extLst>
                <a:ext uri="{FF2B5EF4-FFF2-40B4-BE49-F238E27FC236}">
                  <a16:creationId xmlns:a16="http://schemas.microsoft.com/office/drawing/2014/main" id="{FF9F969D-E51D-F58E-BFC6-B2CDB5E58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6" name="Line 105">
              <a:extLst>
                <a:ext uri="{FF2B5EF4-FFF2-40B4-BE49-F238E27FC236}">
                  <a16:creationId xmlns:a16="http://schemas.microsoft.com/office/drawing/2014/main" id="{CD8E8C85-88D0-65E4-F00E-33B22E81F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7" name="Line 106">
              <a:extLst>
                <a:ext uri="{FF2B5EF4-FFF2-40B4-BE49-F238E27FC236}">
                  <a16:creationId xmlns:a16="http://schemas.microsoft.com/office/drawing/2014/main" id="{964A6152-E092-2948-5880-782D56B29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8" name="Line 107">
              <a:extLst>
                <a:ext uri="{FF2B5EF4-FFF2-40B4-BE49-F238E27FC236}">
                  <a16:creationId xmlns:a16="http://schemas.microsoft.com/office/drawing/2014/main" id="{A77C51F1-C5DD-CFF3-D4EB-4F6FD78C1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9" name="Line 108">
              <a:extLst>
                <a:ext uri="{FF2B5EF4-FFF2-40B4-BE49-F238E27FC236}">
                  <a16:creationId xmlns:a16="http://schemas.microsoft.com/office/drawing/2014/main" id="{4F023225-3544-59CE-4EA4-A775B8E8C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4" name="Group 109">
            <a:extLst>
              <a:ext uri="{FF2B5EF4-FFF2-40B4-BE49-F238E27FC236}">
                <a16:creationId xmlns:a16="http://schemas.microsoft.com/office/drawing/2014/main" id="{146F49D9-A73A-77D4-8C13-456E90F05FB8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828800"/>
            <a:ext cx="609600" cy="4876800"/>
            <a:chOff x="480" y="1152"/>
            <a:chExt cx="384" cy="3072"/>
          </a:xfrm>
        </p:grpSpPr>
        <p:sp>
          <p:nvSpPr>
            <p:cNvPr id="3120" name="Line 110">
              <a:extLst>
                <a:ext uri="{FF2B5EF4-FFF2-40B4-BE49-F238E27FC236}">
                  <a16:creationId xmlns:a16="http://schemas.microsoft.com/office/drawing/2014/main" id="{0EE152CA-D4FE-1CBD-45BE-5B0B78D73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1" name="Rectangle 111">
              <a:extLst>
                <a:ext uri="{FF2B5EF4-FFF2-40B4-BE49-F238E27FC236}">
                  <a16:creationId xmlns:a16="http://schemas.microsoft.com/office/drawing/2014/main" id="{D3199055-CAED-A022-E3FC-F69043211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22" name="Line 112">
              <a:extLst>
                <a:ext uri="{FF2B5EF4-FFF2-40B4-BE49-F238E27FC236}">
                  <a16:creationId xmlns:a16="http://schemas.microsoft.com/office/drawing/2014/main" id="{D1837D0F-3DB4-F96A-B3FB-8BF2B50E3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" name="Line 113">
              <a:extLst>
                <a:ext uri="{FF2B5EF4-FFF2-40B4-BE49-F238E27FC236}">
                  <a16:creationId xmlns:a16="http://schemas.microsoft.com/office/drawing/2014/main" id="{4F338434-F49C-8EB0-0798-10BEF919D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" name="Line 114">
              <a:extLst>
                <a:ext uri="{FF2B5EF4-FFF2-40B4-BE49-F238E27FC236}">
                  <a16:creationId xmlns:a16="http://schemas.microsoft.com/office/drawing/2014/main" id="{2B168634-E565-D211-0818-02D581D26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5" name="Line 115">
              <a:extLst>
                <a:ext uri="{FF2B5EF4-FFF2-40B4-BE49-F238E27FC236}">
                  <a16:creationId xmlns:a16="http://schemas.microsoft.com/office/drawing/2014/main" id="{FA901B12-C9F2-8E44-028F-AC712A1D1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6" name="Line 116">
              <a:extLst>
                <a:ext uri="{FF2B5EF4-FFF2-40B4-BE49-F238E27FC236}">
                  <a16:creationId xmlns:a16="http://schemas.microsoft.com/office/drawing/2014/main" id="{D837805E-0029-A1C3-AC2D-442A2CCAE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7" name="Line 117">
              <a:extLst>
                <a:ext uri="{FF2B5EF4-FFF2-40B4-BE49-F238E27FC236}">
                  <a16:creationId xmlns:a16="http://schemas.microsoft.com/office/drawing/2014/main" id="{3419620A-AFC7-0028-9285-AA9A8BBDD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8" name="Line 118">
              <a:extLst>
                <a:ext uri="{FF2B5EF4-FFF2-40B4-BE49-F238E27FC236}">
                  <a16:creationId xmlns:a16="http://schemas.microsoft.com/office/drawing/2014/main" id="{EC6EC9E3-3918-593D-FD6F-6F15F9C3E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9" name="Line 119">
              <a:extLst>
                <a:ext uri="{FF2B5EF4-FFF2-40B4-BE49-F238E27FC236}">
                  <a16:creationId xmlns:a16="http://schemas.microsoft.com/office/drawing/2014/main" id="{1610F8C2-C236-1336-9661-F8A434780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5" name="TextBox 371">
            <a:extLst>
              <a:ext uri="{FF2B5EF4-FFF2-40B4-BE49-F238E27FC236}">
                <a16:creationId xmlns:a16="http://schemas.microsoft.com/office/drawing/2014/main" id="{E19F627B-AC9B-F1CD-56DB-EC08C964B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850" y="1465263"/>
            <a:ext cx="1274763" cy="27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FFFF00"/>
                </a:solidFill>
              </a:rPr>
              <a:t>Max-Heap</a:t>
            </a:r>
          </a:p>
        </p:txBody>
      </p:sp>
      <p:grpSp>
        <p:nvGrpSpPr>
          <p:cNvPr id="3086" name="Group 65">
            <a:extLst>
              <a:ext uri="{FF2B5EF4-FFF2-40B4-BE49-F238E27FC236}">
                <a16:creationId xmlns:a16="http://schemas.microsoft.com/office/drawing/2014/main" id="{3B16D335-BBAA-3CCE-C8CB-59D6E551ACE6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831975"/>
            <a:ext cx="609600" cy="4876800"/>
            <a:chOff x="480" y="1152"/>
            <a:chExt cx="384" cy="3072"/>
          </a:xfrm>
        </p:grpSpPr>
        <p:sp>
          <p:nvSpPr>
            <p:cNvPr id="3110" name="Line 66">
              <a:extLst>
                <a:ext uri="{FF2B5EF4-FFF2-40B4-BE49-F238E27FC236}">
                  <a16:creationId xmlns:a16="http://schemas.microsoft.com/office/drawing/2014/main" id="{779EA8AE-CD1C-EE9B-478B-9117CEB18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1" name="Rectangle 67">
              <a:extLst>
                <a:ext uri="{FF2B5EF4-FFF2-40B4-BE49-F238E27FC236}">
                  <a16:creationId xmlns:a16="http://schemas.microsoft.com/office/drawing/2014/main" id="{6BA7A0D1-599C-F91C-3401-026F1EAAE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12" name="Line 68">
              <a:extLst>
                <a:ext uri="{FF2B5EF4-FFF2-40B4-BE49-F238E27FC236}">
                  <a16:creationId xmlns:a16="http://schemas.microsoft.com/office/drawing/2014/main" id="{5A4AAFED-C5E4-210F-F812-89478238C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" name="Line 69">
              <a:extLst>
                <a:ext uri="{FF2B5EF4-FFF2-40B4-BE49-F238E27FC236}">
                  <a16:creationId xmlns:a16="http://schemas.microsoft.com/office/drawing/2014/main" id="{ACE06FCC-CE01-FDDE-7264-704059EF0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4" name="Line 70">
              <a:extLst>
                <a:ext uri="{FF2B5EF4-FFF2-40B4-BE49-F238E27FC236}">
                  <a16:creationId xmlns:a16="http://schemas.microsoft.com/office/drawing/2014/main" id="{004C1D63-0496-2340-F527-DDD739340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5" name="Line 71">
              <a:extLst>
                <a:ext uri="{FF2B5EF4-FFF2-40B4-BE49-F238E27FC236}">
                  <a16:creationId xmlns:a16="http://schemas.microsoft.com/office/drawing/2014/main" id="{B3783268-FABA-E2C0-C488-F2DBF915B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6" name="Line 72">
              <a:extLst>
                <a:ext uri="{FF2B5EF4-FFF2-40B4-BE49-F238E27FC236}">
                  <a16:creationId xmlns:a16="http://schemas.microsoft.com/office/drawing/2014/main" id="{F003C520-809E-CC88-E940-CB0A5F2E6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7" name="Line 73">
              <a:extLst>
                <a:ext uri="{FF2B5EF4-FFF2-40B4-BE49-F238E27FC236}">
                  <a16:creationId xmlns:a16="http://schemas.microsoft.com/office/drawing/2014/main" id="{8AA99510-58C6-26A8-7E8D-45050F65F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8" name="Line 74">
              <a:extLst>
                <a:ext uri="{FF2B5EF4-FFF2-40B4-BE49-F238E27FC236}">
                  <a16:creationId xmlns:a16="http://schemas.microsoft.com/office/drawing/2014/main" id="{CD0BC0A2-27AB-D13A-1E41-D36D50D68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9" name="Line 75">
              <a:extLst>
                <a:ext uri="{FF2B5EF4-FFF2-40B4-BE49-F238E27FC236}">
                  <a16:creationId xmlns:a16="http://schemas.microsoft.com/office/drawing/2014/main" id="{8FCCAE74-AD65-02A4-2FA9-E1C111185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7" name="Group 65">
            <a:extLst>
              <a:ext uri="{FF2B5EF4-FFF2-40B4-BE49-F238E27FC236}">
                <a16:creationId xmlns:a16="http://schemas.microsoft.com/office/drawing/2014/main" id="{CAE15ED9-4EB5-54B3-AF8C-DCDD258C63CB}"/>
              </a:ext>
            </a:extLst>
          </p:cNvPr>
          <p:cNvGrpSpPr>
            <a:grpSpLocks/>
          </p:cNvGrpSpPr>
          <p:nvPr/>
        </p:nvGrpSpPr>
        <p:grpSpPr bwMode="auto">
          <a:xfrm>
            <a:off x="6249988" y="1831975"/>
            <a:ext cx="609600" cy="4876800"/>
            <a:chOff x="480" y="1152"/>
            <a:chExt cx="384" cy="3072"/>
          </a:xfrm>
        </p:grpSpPr>
        <p:sp>
          <p:nvSpPr>
            <p:cNvPr id="3100" name="Line 66">
              <a:extLst>
                <a:ext uri="{FF2B5EF4-FFF2-40B4-BE49-F238E27FC236}">
                  <a16:creationId xmlns:a16="http://schemas.microsoft.com/office/drawing/2014/main" id="{4A7D8D9B-3DB3-AA98-D656-B29B5B65A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Rectangle 67">
              <a:extLst>
                <a:ext uri="{FF2B5EF4-FFF2-40B4-BE49-F238E27FC236}">
                  <a16:creationId xmlns:a16="http://schemas.microsoft.com/office/drawing/2014/main" id="{D59F36BD-669F-1CC2-731F-BC67D891D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02" name="Line 68">
              <a:extLst>
                <a:ext uri="{FF2B5EF4-FFF2-40B4-BE49-F238E27FC236}">
                  <a16:creationId xmlns:a16="http://schemas.microsoft.com/office/drawing/2014/main" id="{9D9229ED-9DC3-6226-B93D-824F2EA35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Line 69">
              <a:extLst>
                <a:ext uri="{FF2B5EF4-FFF2-40B4-BE49-F238E27FC236}">
                  <a16:creationId xmlns:a16="http://schemas.microsoft.com/office/drawing/2014/main" id="{AECAAA42-D2EC-60CA-0212-4CF3CFF4C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4" name="Line 70">
              <a:extLst>
                <a:ext uri="{FF2B5EF4-FFF2-40B4-BE49-F238E27FC236}">
                  <a16:creationId xmlns:a16="http://schemas.microsoft.com/office/drawing/2014/main" id="{AE29D546-B8E1-0E01-E954-65EFD4261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Line 71">
              <a:extLst>
                <a:ext uri="{FF2B5EF4-FFF2-40B4-BE49-F238E27FC236}">
                  <a16:creationId xmlns:a16="http://schemas.microsoft.com/office/drawing/2014/main" id="{BEBA804C-1A3C-B37C-2C88-9F097C1F4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6" name="Line 72">
              <a:extLst>
                <a:ext uri="{FF2B5EF4-FFF2-40B4-BE49-F238E27FC236}">
                  <a16:creationId xmlns:a16="http://schemas.microsoft.com/office/drawing/2014/main" id="{1563F3DA-2FED-C83D-695B-A0C6EA6C1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7" name="Line 73">
              <a:extLst>
                <a:ext uri="{FF2B5EF4-FFF2-40B4-BE49-F238E27FC236}">
                  <a16:creationId xmlns:a16="http://schemas.microsoft.com/office/drawing/2014/main" id="{1B7BABC7-B71B-1D4B-C2DF-80FCF022B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8" name="Line 74">
              <a:extLst>
                <a:ext uri="{FF2B5EF4-FFF2-40B4-BE49-F238E27FC236}">
                  <a16:creationId xmlns:a16="http://schemas.microsoft.com/office/drawing/2014/main" id="{5FAFE6B4-7EF4-93C2-9737-1E09EB246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9" name="Line 75">
              <a:extLst>
                <a:ext uri="{FF2B5EF4-FFF2-40B4-BE49-F238E27FC236}">
                  <a16:creationId xmlns:a16="http://schemas.microsoft.com/office/drawing/2014/main" id="{EF5C5A43-3FE0-3301-1CBC-B49A71F8B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8" name="Group 65">
            <a:extLst>
              <a:ext uri="{FF2B5EF4-FFF2-40B4-BE49-F238E27FC236}">
                <a16:creationId xmlns:a16="http://schemas.microsoft.com/office/drawing/2014/main" id="{1A0C8CA3-2655-70A4-6567-995A9FC60D9D}"/>
              </a:ext>
            </a:extLst>
          </p:cNvPr>
          <p:cNvGrpSpPr>
            <a:grpSpLocks/>
          </p:cNvGrpSpPr>
          <p:nvPr/>
        </p:nvGrpSpPr>
        <p:grpSpPr bwMode="auto">
          <a:xfrm>
            <a:off x="6865938" y="1831975"/>
            <a:ext cx="609600" cy="4876800"/>
            <a:chOff x="480" y="1152"/>
            <a:chExt cx="384" cy="3072"/>
          </a:xfrm>
        </p:grpSpPr>
        <p:sp>
          <p:nvSpPr>
            <p:cNvPr id="3090" name="Line 66">
              <a:extLst>
                <a:ext uri="{FF2B5EF4-FFF2-40B4-BE49-F238E27FC236}">
                  <a16:creationId xmlns:a16="http://schemas.microsoft.com/office/drawing/2014/main" id="{E555EFF2-71C4-B869-589A-B04BA0D12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Rectangle 67">
              <a:extLst>
                <a:ext uri="{FF2B5EF4-FFF2-40B4-BE49-F238E27FC236}">
                  <a16:creationId xmlns:a16="http://schemas.microsoft.com/office/drawing/2014/main" id="{03ECB195-93F8-A76C-DDCE-856C21341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92" name="Line 68">
              <a:extLst>
                <a:ext uri="{FF2B5EF4-FFF2-40B4-BE49-F238E27FC236}">
                  <a16:creationId xmlns:a16="http://schemas.microsoft.com/office/drawing/2014/main" id="{154C5C34-0EC8-6C1C-92C4-C1A20471B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69">
              <a:extLst>
                <a:ext uri="{FF2B5EF4-FFF2-40B4-BE49-F238E27FC236}">
                  <a16:creationId xmlns:a16="http://schemas.microsoft.com/office/drawing/2014/main" id="{E68FA39D-71DB-C511-BDF1-D76E007FC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70">
              <a:extLst>
                <a:ext uri="{FF2B5EF4-FFF2-40B4-BE49-F238E27FC236}">
                  <a16:creationId xmlns:a16="http://schemas.microsoft.com/office/drawing/2014/main" id="{3240C4BD-8317-2DA9-1029-D82E0737B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71">
              <a:extLst>
                <a:ext uri="{FF2B5EF4-FFF2-40B4-BE49-F238E27FC236}">
                  <a16:creationId xmlns:a16="http://schemas.microsoft.com/office/drawing/2014/main" id="{D7F4EAD8-87E0-F309-2D8D-B39B1B981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72">
              <a:extLst>
                <a:ext uri="{FF2B5EF4-FFF2-40B4-BE49-F238E27FC236}">
                  <a16:creationId xmlns:a16="http://schemas.microsoft.com/office/drawing/2014/main" id="{78F89338-168F-F8CF-E2FF-C228CCEB8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73">
              <a:extLst>
                <a:ext uri="{FF2B5EF4-FFF2-40B4-BE49-F238E27FC236}">
                  <a16:creationId xmlns:a16="http://schemas.microsoft.com/office/drawing/2014/main" id="{CD3ABF8B-5C24-2E3A-CB99-5A8348CA4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74">
              <a:extLst>
                <a:ext uri="{FF2B5EF4-FFF2-40B4-BE49-F238E27FC236}">
                  <a16:creationId xmlns:a16="http://schemas.microsoft.com/office/drawing/2014/main" id="{FFCE999D-D20E-B5A1-8502-F57FB18B2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75">
              <a:extLst>
                <a:ext uri="{FF2B5EF4-FFF2-40B4-BE49-F238E27FC236}">
                  <a16:creationId xmlns:a16="http://schemas.microsoft.com/office/drawing/2014/main" id="{436D4244-32AC-65E9-9180-25D86C78B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9" name="Rectangle 120">
            <a:extLst>
              <a:ext uri="{FF2B5EF4-FFF2-40B4-BE49-F238E27FC236}">
                <a16:creationId xmlns:a16="http://schemas.microsoft.com/office/drawing/2014/main" id="{8CAA736F-DC56-88F8-09E2-3009B9406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187166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861F7-BCC7-A4F7-6493-8F8F3996A285}"/>
              </a:ext>
            </a:extLst>
          </p:cNvPr>
          <p:cNvSpPr txBox="1"/>
          <p:nvPr/>
        </p:nvSpPr>
        <p:spPr>
          <a:xfrm>
            <a:off x="1433892" y="188051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2EEAA-4CF3-3D49-2B85-27185A884270}"/>
              </a:ext>
            </a:extLst>
          </p:cNvPr>
          <p:cNvSpPr txBox="1"/>
          <p:nvPr/>
        </p:nvSpPr>
        <p:spPr>
          <a:xfrm>
            <a:off x="1444777" y="23866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BD228-297D-C512-0966-353FBF655729}"/>
              </a:ext>
            </a:extLst>
          </p:cNvPr>
          <p:cNvSpPr txBox="1"/>
          <p:nvPr/>
        </p:nvSpPr>
        <p:spPr>
          <a:xfrm>
            <a:off x="1444777" y="28819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2BF6D-FC02-B1CC-7F00-12924621A62F}"/>
              </a:ext>
            </a:extLst>
          </p:cNvPr>
          <p:cNvSpPr txBox="1"/>
          <p:nvPr/>
        </p:nvSpPr>
        <p:spPr>
          <a:xfrm>
            <a:off x="1433891" y="33391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16B8D-57FD-1C51-233E-8FA8563B70F0}"/>
              </a:ext>
            </a:extLst>
          </p:cNvPr>
          <p:cNvSpPr txBox="1"/>
          <p:nvPr/>
        </p:nvSpPr>
        <p:spPr>
          <a:xfrm>
            <a:off x="1433892" y="380728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5A85D-A4DB-8494-81E2-D0E666AEFF55}"/>
              </a:ext>
            </a:extLst>
          </p:cNvPr>
          <p:cNvSpPr txBox="1"/>
          <p:nvPr/>
        </p:nvSpPr>
        <p:spPr>
          <a:xfrm>
            <a:off x="1433892" y="426992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DE555-FB56-0514-F104-EFD54F9A3E59}"/>
              </a:ext>
            </a:extLst>
          </p:cNvPr>
          <p:cNvSpPr txBox="1"/>
          <p:nvPr/>
        </p:nvSpPr>
        <p:spPr>
          <a:xfrm>
            <a:off x="1439334" y="48196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1DF5D-7953-0C72-34AE-045CD516112E}"/>
              </a:ext>
            </a:extLst>
          </p:cNvPr>
          <p:cNvSpPr txBox="1"/>
          <p:nvPr/>
        </p:nvSpPr>
        <p:spPr>
          <a:xfrm>
            <a:off x="1439334" y="5314956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E5D7C-BD14-145A-C7B7-B535F3630AF7}"/>
              </a:ext>
            </a:extLst>
          </p:cNvPr>
          <p:cNvSpPr txBox="1"/>
          <p:nvPr/>
        </p:nvSpPr>
        <p:spPr>
          <a:xfrm>
            <a:off x="1439335" y="58211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3A0AC-5CD2-5F1D-D7A6-128872DC7107}"/>
              </a:ext>
            </a:extLst>
          </p:cNvPr>
          <p:cNvSpPr txBox="1"/>
          <p:nvPr/>
        </p:nvSpPr>
        <p:spPr>
          <a:xfrm>
            <a:off x="1444777" y="62783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3DF2E8-38A6-1344-04DF-8BB14CC8A57C}"/>
              </a:ext>
            </a:extLst>
          </p:cNvPr>
          <p:cNvSpPr txBox="1"/>
          <p:nvPr/>
        </p:nvSpPr>
        <p:spPr>
          <a:xfrm>
            <a:off x="2081591" y="1880512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63C42-79E0-A47D-C15F-B3296E52DDD4}"/>
              </a:ext>
            </a:extLst>
          </p:cNvPr>
          <p:cNvSpPr txBox="1"/>
          <p:nvPr/>
        </p:nvSpPr>
        <p:spPr>
          <a:xfrm>
            <a:off x="2048935" y="2386699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F9C583-AC2A-6259-4251-AC154A6A69A1}"/>
              </a:ext>
            </a:extLst>
          </p:cNvPr>
          <p:cNvSpPr txBox="1"/>
          <p:nvPr/>
        </p:nvSpPr>
        <p:spPr>
          <a:xfrm>
            <a:off x="2048934" y="28819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CA44F-FD5C-1A5B-33FE-BB7485EA2BFC}"/>
              </a:ext>
            </a:extLst>
          </p:cNvPr>
          <p:cNvSpPr txBox="1"/>
          <p:nvPr/>
        </p:nvSpPr>
        <p:spPr>
          <a:xfrm>
            <a:off x="2048934" y="33391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A7CE4C-E50D-04F3-1AD2-AA6EEB46E1CA}"/>
              </a:ext>
            </a:extLst>
          </p:cNvPr>
          <p:cNvSpPr txBox="1"/>
          <p:nvPr/>
        </p:nvSpPr>
        <p:spPr>
          <a:xfrm>
            <a:off x="2048934" y="380728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C2FBF9-F824-394D-CA90-BCD543F954D0}"/>
              </a:ext>
            </a:extLst>
          </p:cNvPr>
          <p:cNvSpPr txBox="1"/>
          <p:nvPr/>
        </p:nvSpPr>
        <p:spPr>
          <a:xfrm>
            <a:off x="2048935" y="435701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E71D7-2074-82AF-1E34-3915E65C48F9}"/>
              </a:ext>
            </a:extLst>
          </p:cNvPr>
          <p:cNvSpPr txBox="1"/>
          <p:nvPr/>
        </p:nvSpPr>
        <p:spPr>
          <a:xfrm>
            <a:off x="2048934" y="48196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B51931-54E1-F99B-7257-456E0E57E8D7}"/>
              </a:ext>
            </a:extLst>
          </p:cNvPr>
          <p:cNvSpPr txBox="1"/>
          <p:nvPr/>
        </p:nvSpPr>
        <p:spPr>
          <a:xfrm>
            <a:off x="2048934" y="53149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96834-6614-3B82-D64B-CD72306FC165}"/>
              </a:ext>
            </a:extLst>
          </p:cNvPr>
          <p:cNvSpPr txBox="1"/>
          <p:nvPr/>
        </p:nvSpPr>
        <p:spPr>
          <a:xfrm>
            <a:off x="1983620" y="58211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1A601C-07E5-2267-1CFB-23788DDD8F05}"/>
              </a:ext>
            </a:extLst>
          </p:cNvPr>
          <p:cNvSpPr txBox="1"/>
          <p:nvPr/>
        </p:nvSpPr>
        <p:spPr>
          <a:xfrm>
            <a:off x="2048934" y="62783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0EB28A-AAED-0982-5534-3D3D0E23CC75}"/>
              </a:ext>
            </a:extLst>
          </p:cNvPr>
          <p:cNvSpPr txBox="1"/>
          <p:nvPr/>
        </p:nvSpPr>
        <p:spPr>
          <a:xfrm>
            <a:off x="2658534" y="188051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2309C5-261B-33C8-90FD-6FC701D9358A}"/>
              </a:ext>
            </a:extLst>
          </p:cNvPr>
          <p:cNvSpPr txBox="1"/>
          <p:nvPr/>
        </p:nvSpPr>
        <p:spPr>
          <a:xfrm>
            <a:off x="2658535" y="23866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5B971-ED54-F123-F6D7-5336ACF0B3EA}"/>
              </a:ext>
            </a:extLst>
          </p:cNvPr>
          <p:cNvSpPr txBox="1"/>
          <p:nvPr/>
        </p:nvSpPr>
        <p:spPr>
          <a:xfrm>
            <a:off x="2658534" y="28819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6CA4CC-49AF-3789-E9FB-D1A1981DA90F}"/>
              </a:ext>
            </a:extLst>
          </p:cNvPr>
          <p:cNvSpPr txBox="1"/>
          <p:nvPr/>
        </p:nvSpPr>
        <p:spPr>
          <a:xfrm>
            <a:off x="2658534" y="33391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2FABE2-A1F7-72B7-EF46-55A576BD4121}"/>
              </a:ext>
            </a:extLst>
          </p:cNvPr>
          <p:cNvSpPr txBox="1"/>
          <p:nvPr/>
        </p:nvSpPr>
        <p:spPr>
          <a:xfrm>
            <a:off x="2593220" y="380728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6014CA-63F3-B0D4-79C7-7503EE08FBFB}"/>
              </a:ext>
            </a:extLst>
          </p:cNvPr>
          <p:cNvSpPr txBox="1"/>
          <p:nvPr/>
        </p:nvSpPr>
        <p:spPr>
          <a:xfrm>
            <a:off x="2658534" y="435701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DA3871-D9FC-FC08-590F-AC8E7D3D4AB4}"/>
              </a:ext>
            </a:extLst>
          </p:cNvPr>
          <p:cNvSpPr txBox="1"/>
          <p:nvPr/>
        </p:nvSpPr>
        <p:spPr>
          <a:xfrm>
            <a:off x="2658534" y="48196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65E496-B1D9-92CB-9FC9-E639A839F601}"/>
              </a:ext>
            </a:extLst>
          </p:cNvPr>
          <p:cNvSpPr txBox="1"/>
          <p:nvPr/>
        </p:nvSpPr>
        <p:spPr>
          <a:xfrm>
            <a:off x="2658534" y="5314956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5E846-F61B-6C17-FE67-A8F662AABF0B}"/>
              </a:ext>
            </a:extLst>
          </p:cNvPr>
          <p:cNvSpPr txBox="1"/>
          <p:nvPr/>
        </p:nvSpPr>
        <p:spPr>
          <a:xfrm>
            <a:off x="2658535" y="58211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68EBBE-DB74-A90F-EBA1-1618453B81BC}"/>
              </a:ext>
            </a:extLst>
          </p:cNvPr>
          <p:cNvSpPr txBox="1"/>
          <p:nvPr/>
        </p:nvSpPr>
        <p:spPr>
          <a:xfrm>
            <a:off x="2658534" y="62783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030C00-B61A-7333-517F-ADE7562A1870}"/>
              </a:ext>
            </a:extLst>
          </p:cNvPr>
          <p:cNvSpPr txBox="1"/>
          <p:nvPr/>
        </p:nvSpPr>
        <p:spPr>
          <a:xfrm>
            <a:off x="3268134" y="190228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E47DF5-7525-EFE1-17D1-94A8D8DD3DF5}"/>
              </a:ext>
            </a:extLst>
          </p:cNvPr>
          <p:cNvSpPr txBox="1"/>
          <p:nvPr/>
        </p:nvSpPr>
        <p:spPr>
          <a:xfrm>
            <a:off x="3268135" y="2386699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45DD7-757C-E3F8-8FCC-725F075A5263}"/>
              </a:ext>
            </a:extLst>
          </p:cNvPr>
          <p:cNvSpPr txBox="1"/>
          <p:nvPr/>
        </p:nvSpPr>
        <p:spPr>
          <a:xfrm>
            <a:off x="3268134" y="28819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B81EEA-769B-257A-6DA8-6634300E5CA9}"/>
              </a:ext>
            </a:extLst>
          </p:cNvPr>
          <p:cNvSpPr txBox="1"/>
          <p:nvPr/>
        </p:nvSpPr>
        <p:spPr>
          <a:xfrm>
            <a:off x="3268134" y="33391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A104ED-A04D-74C9-21A0-77A7AF79AEE1}"/>
              </a:ext>
            </a:extLst>
          </p:cNvPr>
          <p:cNvSpPr txBox="1"/>
          <p:nvPr/>
        </p:nvSpPr>
        <p:spPr>
          <a:xfrm>
            <a:off x="3268134" y="380728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DA707A-AB5A-C71A-83AC-9C1C112716B3}"/>
              </a:ext>
            </a:extLst>
          </p:cNvPr>
          <p:cNvSpPr txBox="1"/>
          <p:nvPr/>
        </p:nvSpPr>
        <p:spPr>
          <a:xfrm>
            <a:off x="3268135" y="435701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16C3F7-B2E5-C592-7281-CC1AA9A7F0A3}"/>
              </a:ext>
            </a:extLst>
          </p:cNvPr>
          <p:cNvSpPr txBox="1"/>
          <p:nvPr/>
        </p:nvSpPr>
        <p:spPr>
          <a:xfrm>
            <a:off x="3268134" y="48196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4C642D-1CF5-31F9-2E9D-A139441CE263}"/>
              </a:ext>
            </a:extLst>
          </p:cNvPr>
          <p:cNvSpPr txBox="1"/>
          <p:nvPr/>
        </p:nvSpPr>
        <p:spPr>
          <a:xfrm>
            <a:off x="3268134" y="53149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7B754F-922D-B468-E08D-ABA62B91D165}"/>
              </a:ext>
            </a:extLst>
          </p:cNvPr>
          <p:cNvSpPr txBox="1"/>
          <p:nvPr/>
        </p:nvSpPr>
        <p:spPr>
          <a:xfrm>
            <a:off x="3268135" y="58211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47D594-DE19-E076-2688-32418F904B45}"/>
              </a:ext>
            </a:extLst>
          </p:cNvPr>
          <p:cNvSpPr txBox="1"/>
          <p:nvPr/>
        </p:nvSpPr>
        <p:spPr>
          <a:xfrm>
            <a:off x="3268134" y="62783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E2B8DF-CE77-7D2A-C841-A76833219327}"/>
              </a:ext>
            </a:extLst>
          </p:cNvPr>
          <p:cNvSpPr txBox="1"/>
          <p:nvPr/>
        </p:nvSpPr>
        <p:spPr>
          <a:xfrm>
            <a:off x="3877734" y="627834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6DA51E-82BD-FE95-7A2C-5053C8146FE0}"/>
              </a:ext>
            </a:extLst>
          </p:cNvPr>
          <p:cNvSpPr txBox="1"/>
          <p:nvPr/>
        </p:nvSpPr>
        <p:spPr>
          <a:xfrm>
            <a:off x="3877733" y="1869626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1AF546-E88A-8B7E-FFB6-4460245C8923}"/>
              </a:ext>
            </a:extLst>
          </p:cNvPr>
          <p:cNvSpPr txBox="1"/>
          <p:nvPr/>
        </p:nvSpPr>
        <p:spPr>
          <a:xfrm>
            <a:off x="3877733" y="23866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F1C5D9-63F6-6448-45A5-7679291131D0}"/>
              </a:ext>
            </a:extLst>
          </p:cNvPr>
          <p:cNvSpPr txBox="1"/>
          <p:nvPr/>
        </p:nvSpPr>
        <p:spPr>
          <a:xfrm>
            <a:off x="3877734" y="28819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112142-942A-BD56-93FA-FA942E11E243}"/>
              </a:ext>
            </a:extLst>
          </p:cNvPr>
          <p:cNvSpPr txBox="1"/>
          <p:nvPr/>
        </p:nvSpPr>
        <p:spPr>
          <a:xfrm>
            <a:off x="3877734" y="3339198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F6E33A-CA9B-1A10-56EB-4BA2357D852A}"/>
              </a:ext>
            </a:extLst>
          </p:cNvPr>
          <p:cNvSpPr txBox="1"/>
          <p:nvPr/>
        </p:nvSpPr>
        <p:spPr>
          <a:xfrm>
            <a:off x="3877733" y="380728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823A9F-0DF9-0351-E569-DBB2C6BE60A9}"/>
              </a:ext>
            </a:extLst>
          </p:cNvPr>
          <p:cNvSpPr txBox="1"/>
          <p:nvPr/>
        </p:nvSpPr>
        <p:spPr>
          <a:xfrm>
            <a:off x="3877734" y="435701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E5D130-F26F-59AF-F059-5350A20E0928}"/>
              </a:ext>
            </a:extLst>
          </p:cNvPr>
          <p:cNvSpPr txBox="1"/>
          <p:nvPr/>
        </p:nvSpPr>
        <p:spPr>
          <a:xfrm>
            <a:off x="3812419" y="48196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0FE77B-F4B9-3363-5EE5-7B4F4904C9AB}"/>
              </a:ext>
            </a:extLst>
          </p:cNvPr>
          <p:cNvSpPr txBox="1"/>
          <p:nvPr/>
        </p:nvSpPr>
        <p:spPr>
          <a:xfrm>
            <a:off x="3877733" y="53149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A89DBD-7731-5DD3-1975-ECE700E9C99C}"/>
              </a:ext>
            </a:extLst>
          </p:cNvPr>
          <p:cNvSpPr txBox="1"/>
          <p:nvPr/>
        </p:nvSpPr>
        <p:spPr>
          <a:xfrm>
            <a:off x="3877733" y="5821140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E0A0C5-B4D7-7137-BAD1-A34B98919FF3}"/>
              </a:ext>
            </a:extLst>
          </p:cNvPr>
          <p:cNvSpPr txBox="1"/>
          <p:nvPr/>
        </p:nvSpPr>
        <p:spPr>
          <a:xfrm>
            <a:off x="4487333" y="188051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4FFD3C-2779-374F-21B6-6A40DB4DDC68}"/>
              </a:ext>
            </a:extLst>
          </p:cNvPr>
          <p:cNvSpPr txBox="1"/>
          <p:nvPr/>
        </p:nvSpPr>
        <p:spPr>
          <a:xfrm>
            <a:off x="4487332" y="23866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467D55-29B5-BA55-8F7F-1919F3988014}"/>
              </a:ext>
            </a:extLst>
          </p:cNvPr>
          <p:cNvSpPr txBox="1"/>
          <p:nvPr/>
        </p:nvSpPr>
        <p:spPr>
          <a:xfrm>
            <a:off x="4487332" y="28819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C81AB9-11B5-910A-7740-2E649455B67D}"/>
              </a:ext>
            </a:extLst>
          </p:cNvPr>
          <p:cNvSpPr txBox="1"/>
          <p:nvPr/>
        </p:nvSpPr>
        <p:spPr>
          <a:xfrm>
            <a:off x="4487333" y="33391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DC8C98-D259-EF80-D65F-86B0B7803BAA}"/>
              </a:ext>
            </a:extLst>
          </p:cNvPr>
          <p:cNvSpPr txBox="1"/>
          <p:nvPr/>
        </p:nvSpPr>
        <p:spPr>
          <a:xfrm>
            <a:off x="4487333" y="380728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63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C688CB-E118-1970-5DC7-EDEC6A9836E5}"/>
              </a:ext>
            </a:extLst>
          </p:cNvPr>
          <p:cNvSpPr txBox="1"/>
          <p:nvPr/>
        </p:nvSpPr>
        <p:spPr>
          <a:xfrm>
            <a:off x="4487332" y="426992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DD0571-4B1F-5296-A4C9-DA49690B0364}"/>
              </a:ext>
            </a:extLst>
          </p:cNvPr>
          <p:cNvSpPr txBox="1"/>
          <p:nvPr/>
        </p:nvSpPr>
        <p:spPr>
          <a:xfrm>
            <a:off x="4487332" y="4819655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1A917E-172D-894B-116D-AC2E1570E4C3}"/>
              </a:ext>
            </a:extLst>
          </p:cNvPr>
          <p:cNvSpPr txBox="1"/>
          <p:nvPr/>
        </p:nvSpPr>
        <p:spPr>
          <a:xfrm>
            <a:off x="4487333" y="531495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044850-83C8-4C53-EED4-664356254AA5}"/>
              </a:ext>
            </a:extLst>
          </p:cNvPr>
          <p:cNvSpPr txBox="1"/>
          <p:nvPr/>
        </p:nvSpPr>
        <p:spPr>
          <a:xfrm>
            <a:off x="4487332" y="5821140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93CB03-B9C3-60F1-B38E-CBE2DCE68C25}"/>
              </a:ext>
            </a:extLst>
          </p:cNvPr>
          <p:cNvSpPr txBox="1"/>
          <p:nvPr/>
        </p:nvSpPr>
        <p:spPr>
          <a:xfrm>
            <a:off x="4487332" y="62728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3072" name="TextBox 3071">
            <a:extLst>
              <a:ext uri="{FF2B5EF4-FFF2-40B4-BE49-F238E27FC236}">
                <a16:creationId xmlns:a16="http://schemas.microsoft.com/office/drawing/2014/main" id="{8208CECF-6E29-ECE2-BB7F-04D7617090CD}"/>
              </a:ext>
            </a:extLst>
          </p:cNvPr>
          <p:cNvSpPr txBox="1"/>
          <p:nvPr/>
        </p:nvSpPr>
        <p:spPr>
          <a:xfrm>
            <a:off x="5102376" y="1869626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>
              <a:cs typeface="Arial"/>
            </a:endParaRP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087C4C04-0B2D-BF7D-E548-303B3AA85ED3}"/>
              </a:ext>
            </a:extLst>
          </p:cNvPr>
          <p:cNvSpPr txBox="1"/>
          <p:nvPr/>
        </p:nvSpPr>
        <p:spPr>
          <a:xfrm>
            <a:off x="5102375" y="23866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200" name="TextBox 3199">
            <a:extLst>
              <a:ext uri="{FF2B5EF4-FFF2-40B4-BE49-F238E27FC236}">
                <a16:creationId xmlns:a16="http://schemas.microsoft.com/office/drawing/2014/main" id="{559C6C02-FDBD-DC00-D9DB-A26E9A5A1643}"/>
              </a:ext>
            </a:extLst>
          </p:cNvPr>
          <p:cNvSpPr txBox="1"/>
          <p:nvPr/>
        </p:nvSpPr>
        <p:spPr>
          <a:xfrm>
            <a:off x="5102375" y="28819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81</a:t>
            </a:r>
          </a:p>
        </p:txBody>
      </p:sp>
      <p:sp>
        <p:nvSpPr>
          <p:cNvPr id="3201" name="TextBox 3200">
            <a:extLst>
              <a:ext uri="{FF2B5EF4-FFF2-40B4-BE49-F238E27FC236}">
                <a16:creationId xmlns:a16="http://schemas.microsoft.com/office/drawing/2014/main" id="{65C00D38-1881-D410-791B-5000D6E4603B}"/>
              </a:ext>
            </a:extLst>
          </p:cNvPr>
          <p:cNvSpPr txBox="1"/>
          <p:nvPr/>
        </p:nvSpPr>
        <p:spPr>
          <a:xfrm>
            <a:off x="5102375" y="33391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3202" name="TextBox 3201">
            <a:extLst>
              <a:ext uri="{FF2B5EF4-FFF2-40B4-BE49-F238E27FC236}">
                <a16:creationId xmlns:a16="http://schemas.microsoft.com/office/drawing/2014/main" id="{B8CD7CE9-509D-76EE-EA05-D1161973A1BE}"/>
              </a:ext>
            </a:extLst>
          </p:cNvPr>
          <p:cNvSpPr txBox="1"/>
          <p:nvPr/>
        </p:nvSpPr>
        <p:spPr>
          <a:xfrm>
            <a:off x="5102376" y="3807283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63</a:t>
            </a:r>
          </a:p>
        </p:txBody>
      </p:sp>
      <p:sp>
        <p:nvSpPr>
          <p:cNvPr id="3203" name="TextBox 3202">
            <a:extLst>
              <a:ext uri="{FF2B5EF4-FFF2-40B4-BE49-F238E27FC236}">
                <a16:creationId xmlns:a16="http://schemas.microsoft.com/office/drawing/2014/main" id="{4DD55CC9-AB77-3CD8-3AD4-18DAE0356B2E}"/>
              </a:ext>
            </a:extLst>
          </p:cNvPr>
          <p:cNvSpPr txBox="1"/>
          <p:nvPr/>
        </p:nvSpPr>
        <p:spPr>
          <a:xfrm>
            <a:off x="5102375" y="4357011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3204" name="TextBox 3203">
            <a:extLst>
              <a:ext uri="{FF2B5EF4-FFF2-40B4-BE49-F238E27FC236}">
                <a16:creationId xmlns:a16="http://schemas.microsoft.com/office/drawing/2014/main" id="{3FACDE67-0C06-BBC5-A43F-38B4A700028B}"/>
              </a:ext>
            </a:extLst>
          </p:cNvPr>
          <p:cNvSpPr txBox="1"/>
          <p:nvPr/>
        </p:nvSpPr>
        <p:spPr>
          <a:xfrm>
            <a:off x="5102375" y="481965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3205" name="TextBox 3204">
            <a:extLst>
              <a:ext uri="{FF2B5EF4-FFF2-40B4-BE49-F238E27FC236}">
                <a16:creationId xmlns:a16="http://schemas.microsoft.com/office/drawing/2014/main" id="{55F22B94-432B-99BE-34E3-0C4F34A9FF10}"/>
              </a:ext>
            </a:extLst>
          </p:cNvPr>
          <p:cNvSpPr txBox="1"/>
          <p:nvPr/>
        </p:nvSpPr>
        <p:spPr>
          <a:xfrm>
            <a:off x="5102376" y="5314954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3206" name="TextBox 3205">
            <a:extLst>
              <a:ext uri="{FF2B5EF4-FFF2-40B4-BE49-F238E27FC236}">
                <a16:creationId xmlns:a16="http://schemas.microsoft.com/office/drawing/2014/main" id="{F546385A-FE9E-FE03-4F07-06F9945E6F86}"/>
              </a:ext>
            </a:extLst>
          </p:cNvPr>
          <p:cNvSpPr txBox="1"/>
          <p:nvPr/>
        </p:nvSpPr>
        <p:spPr>
          <a:xfrm>
            <a:off x="5162247" y="5821140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/>
          </a:p>
        </p:txBody>
      </p:sp>
      <p:sp>
        <p:nvSpPr>
          <p:cNvPr id="3207" name="TextBox 3206">
            <a:extLst>
              <a:ext uri="{FF2B5EF4-FFF2-40B4-BE49-F238E27FC236}">
                <a16:creationId xmlns:a16="http://schemas.microsoft.com/office/drawing/2014/main" id="{425BD5E3-8197-DB57-1605-BCF27BF93340}"/>
              </a:ext>
            </a:extLst>
          </p:cNvPr>
          <p:cNvSpPr txBox="1"/>
          <p:nvPr/>
        </p:nvSpPr>
        <p:spPr>
          <a:xfrm>
            <a:off x="5102375" y="6272897"/>
            <a:ext cx="470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pic>
        <p:nvPicPr>
          <p:cNvPr id="3208" name="Picture 3207">
            <a:extLst>
              <a:ext uri="{FF2B5EF4-FFF2-40B4-BE49-F238E27FC236}">
                <a16:creationId xmlns:a16="http://schemas.microsoft.com/office/drawing/2014/main" id="{3EBC3D6D-E197-8082-216C-7E0F728BF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981" y="491602"/>
            <a:ext cx="1813325" cy="1320425"/>
          </a:xfrm>
          <a:prstGeom prst="rect">
            <a:avLst/>
          </a:prstGeom>
        </p:spPr>
      </p:pic>
      <p:pic>
        <p:nvPicPr>
          <p:cNvPr id="3209" name="Picture 3208">
            <a:extLst>
              <a:ext uri="{FF2B5EF4-FFF2-40B4-BE49-F238E27FC236}">
                <a16:creationId xmlns:a16="http://schemas.microsoft.com/office/drawing/2014/main" id="{3A8ACDAE-FD43-87C6-C33C-F3A0EA281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177" y="598606"/>
            <a:ext cx="1637615" cy="12121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>
            <a:extLst>
              <a:ext uri="{FF2B5EF4-FFF2-40B4-BE49-F238E27FC236}">
                <a16:creationId xmlns:a16="http://schemas.microsoft.com/office/drawing/2014/main" id="{BB6B84BC-17ED-86FC-E738-67EE5CC23707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828800"/>
            <a:ext cx="609600" cy="4876800"/>
            <a:chOff x="480" y="1152"/>
            <a:chExt cx="384" cy="3072"/>
          </a:xfrm>
        </p:grpSpPr>
        <p:sp>
          <p:nvSpPr>
            <p:cNvPr id="4221" name="Line 5">
              <a:extLst>
                <a:ext uri="{FF2B5EF4-FFF2-40B4-BE49-F238E27FC236}">
                  <a16:creationId xmlns:a16="http://schemas.microsoft.com/office/drawing/2014/main" id="{B9DEE836-5C8C-EE9F-8C7D-93DB5D94A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2" name="Rectangle 6">
              <a:extLst>
                <a:ext uri="{FF2B5EF4-FFF2-40B4-BE49-F238E27FC236}">
                  <a16:creationId xmlns:a16="http://schemas.microsoft.com/office/drawing/2014/main" id="{6E19165D-DF5D-7F64-28F1-CA3BC34F4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23" name="Line 7">
              <a:extLst>
                <a:ext uri="{FF2B5EF4-FFF2-40B4-BE49-F238E27FC236}">
                  <a16:creationId xmlns:a16="http://schemas.microsoft.com/office/drawing/2014/main" id="{598A3645-76B9-842F-31C0-5F901020C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4" name="Line 8">
              <a:extLst>
                <a:ext uri="{FF2B5EF4-FFF2-40B4-BE49-F238E27FC236}">
                  <a16:creationId xmlns:a16="http://schemas.microsoft.com/office/drawing/2014/main" id="{CA34F1A3-6A11-8527-CE0E-12903D768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5" name="Line 9">
              <a:extLst>
                <a:ext uri="{FF2B5EF4-FFF2-40B4-BE49-F238E27FC236}">
                  <a16:creationId xmlns:a16="http://schemas.microsoft.com/office/drawing/2014/main" id="{E598CA39-51A6-8479-29F4-AB5F9DBBE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6" name="Line 10">
              <a:extLst>
                <a:ext uri="{FF2B5EF4-FFF2-40B4-BE49-F238E27FC236}">
                  <a16:creationId xmlns:a16="http://schemas.microsoft.com/office/drawing/2014/main" id="{B00BA6A6-E22C-5E8D-FB92-C03733F80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7" name="Line 11">
              <a:extLst>
                <a:ext uri="{FF2B5EF4-FFF2-40B4-BE49-F238E27FC236}">
                  <a16:creationId xmlns:a16="http://schemas.microsoft.com/office/drawing/2014/main" id="{44A75B72-1509-14EE-D5A9-30A43EEA9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8" name="Line 12">
              <a:extLst>
                <a:ext uri="{FF2B5EF4-FFF2-40B4-BE49-F238E27FC236}">
                  <a16:creationId xmlns:a16="http://schemas.microsoft.com/office/drawing/2014/main" id="{84F15D0A-8B29-2732-363B-F8F5693A6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9" name="Line 13">
              <a:extLst>
                <a:ext uri="{FF2B5EF4-FFF2-40B4-BE49-F238E27FC236}">
                  <a16:creationId xmlns:a16="http://schemas.microsoft.com/office/drawing/2014/main" id="{305E1047-C797-FE5B-CD0E-0332E5436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0" name="Line 14">
              <a:extLst>
                <a:ext uri="{FF2B5EF4-FFF2-40B4-BE49-F238E27FC236}">
                  <a16:creationId xmlns:a16="http://schemas.microsoft.com/office/drawing/2014/main" id="{3A77EB3B-825C-04C5-5D51-7E6941CAC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99" name="Group 15">
            <a:extLst>
              <a:ext uri="{FF2B5EF4-FFF2-40B4-BE49-F238E27FC236}">
                <a16:creationId xmlns:a16="http://schemas.microsoft.com/office/drawing/2014/main" id="{2309A428-34E0-D52D-E9EF-7D05B096DDB3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828800"/>
            <a:ext cx="609600" cy="4876800"/>
            <a:chOff x="480" y="1152"/>
            <a:chExt cx="384" cy="3072"/>
          </a:xfrm>
        </p:grpSpPr>
        <p:sp>
          <p:nvSpPr>
            <p:cNvPr id="4211" name="Line 16">
              <a:extLst>
                <a:ext uri="{FF2B5EF4-FFF2-40B4-BE49-F238E27FC236}">
                  <a16:creationId xmlns:a16="http://schemas.microsoft.com/office/drawing/2014/main" id="{2C464F0E-FA68-D8B2-33D2-A557B870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2" name="Rectangle 17">
              <a:extLst>
                <a:ext uri="{FF2B5EF4-FFF2-40B4-BE49-F238E27FC236}">
                  <a16:creationId xmlns:a16="http://schemas.microsoft.com/office/drawing/2014/main" id="{29411671-F182-9417-C88A-378F32C01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13" name="Line 18">
              <a:extLst>
                <a:ext uri="{FF2B5EF4-FFF2-40B4-BE49-F238E27FC236}">
                  <a16:creationId xmlns:a16="http://schemas.microsoft.com/office/drawing/2014/main" id="{4FA10099-5B50-3DA4-BC00-A74D45C92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4" name="Line 19">
              <a:extLst>
                <a:ext uri="{FF2B5EF4-FFF2-40B4-BE49-F238E27FC236}">
                  <a16:creationId xmlns:a16="http://schemas.microsoft.com/office/drawing/2014/main" id="{BB77567D-DD54-C7C7-0E63-E6CA6902F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5" name="Line 20">
              <a:extLst>
                <a:ext uri="{FF2B5EF4-FFF2-40B4-BE49-F238E27FC236}">
                  <a16:creationId xmlns:a16="http://schemas.microsoft.com/office/drawing/2014/main" id="{8796829B-02CB-3DA0-79DC-79C2C3E07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6" name="Line 21">
              <a:extLst>
                <a:ext uri="{FF2B5EF4-FFF2-40B4-BE49-F238E27FC236}">
                  <a16:creationId xmlns:a16="http://schemas.microsoft.com/office/drawing/2014/main" id="{27E4BA86-94DB-57D7-7E37-3E24157DC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7" name="Line 22">
              <a:extLst>
                <a:ext uri="{FF2B5EF4-FFF2-40B4-BE49-F238E27FC236}">
                  <a16:creationId xmlns:a16="http://schemas.microsoft.com/office/drawing/2014/main" id="{2E2EC65F-B51E-C4F3-6ECB-D4B1CE501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8" name="Line 23">
              <a:extLst>
                <a:ext uri="{FF2B5EF4-FFF2-40B4-BE49-F238E27FC236}">
                  <a16:creationId xmlns:a16="http://schemas.microsoft.com/office/drawing/2014/main" id="{17609E6F-4A0D-ED97-7D4D-B24859286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9" name="Line 24">
              <a:extLst>
                <a:ext uri="{FF2B5EF4-FFF2-40B4-BE49-F238E27FC236}">
                  <a16:creationId xmlns:a16="http://schemas.microsoft.com/office/drawing/2014/main" id="{1095AA2C-1682-F490-44DD-4F2DD86B2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0" name="Line 25">
              <a:extLst>
                <a:ext uri="{FF2B5EF4-FFF2-40B4-BE49-F238E27FC236}">
                  <a16:creationId xmlns:a16="http://schemas.microsoft.com/office/drawing/2014/main" id="{20075AE0-5A05-1B3B-1B32-F939FD448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0" name="Group 26">
            <a:extLst>
              <a:ext uri="{FF2B5EF4-FFF2-40B4-BE49-F238E27FC236}">
                <a16:creationId xmlns:a16="http://schemas.microsoft.com/office/drawing/2014/main" id="{0451A0B8-0298-DAF9-1612-A43DF7A6610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828800"/>
            <a:ext cx="609600" cy="4876800"/>
            <a:chOff x="480" y="1152"/>
            <a:chExt cx="384" cy="3072"/>
          </a:xfrm>
        </p:grpSpPr>
        <p:sp>
          <p:nvSpPr>
            <p:cNvPr id="4201" name="Line 27">
              <a:extLst>
                <a:ext uri="{FF2B5EF4-FFF2-40B4-BE49-F238E27FC236}">
                  <a16:creationId xmlns:a16="http://schemas.microsoft.com/office/drawing/2014/main" id="{104B673E-924E-0EA0-C49C-B0413167A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" name="Rectangle 28">
              <a:extLst>
                <a:ext uri="{FF2B5EF4-FFF2-40B4-BE49-F238E27FC236}">
                  <a16:creationId xmlns:a16="http://schemas.microsoft.com/office/drawing/2014/main" id="{D423472D-B5D6-83CD-CA16-327FFD995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03" name="Line 29">
              <a:extLst>
                <a:ext uri="{FF2B5EF4-FFF2-40B4-BE49-F238E27FC236}">
                  <a16:creationId xmlns:a16="http://schemas.microsoft.com/office/drawing/2014/main" id="{85117B65-7F35-0BCF-39E7-775DDF4AA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4" name="Line 30">
              <a:extLst>
                <a:ext uri="{FF2B5EF4-FFF2-40B4-BE49-F238E27FC236}">
                  <a16:creationId xmlns:a16="http://schemas.microsoft.com/office/drawing/2014/main" id="{78D07913-E8EF-A9DD-61DC-3C40E143F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5" name="Line 31">
              <a:extLst>
                <a:ext uri="{FF2B5EF4-FFF2-40B4-BE49-F238E27FC236}">
                  <a16:creationId xmlns:a16="http://schemas.microsoft.com/office/drawing/2014/main" id="{03DA7FFF-6AE5-7335-B7E3-28F6638DE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6" name="Line 32">
              <a:extLst>
                <a:ext uri="{FF2B5EF4-FFF2-40B4-BE49-F238E27FC236}">
                  <a16:creationId xmlns:a16="http://schemas.microsoft.com/office/drawing/2014/main" id="{1D99FEFE-7A4A-C59E-EC0F-9EC73265F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7" name="Line 33">
              <a:extLst>
                <a:ext uri="{FF2B5EF4-FFF2-40B4-BE49-F238E27FC236}">
                  <a16:creationId xmlns:a16="http://schemas.microsoft.com/office/drawing/2014/main" id="{F338973A-81D2-5066-47F5-86A66428F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8" name="Line 34">
              <a:extLst>
                <a:ext uri="{FF2B5EF4-FFF2-40B4-BE49-F238E27FC236}">
                  <a16:creationId xmlns:a16="http://schemas.microsoft.com/office/drawing/2014/main" id="{EB87E1FD-46E6-3DAF-D72C-CF66EB2EA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" name="Line 35">
              <a:extLst>
                <a:ext uri="{FF2B5EF4-FFF2-40B4-BE49-F238E27FC236}">
                  <a16:creationId xmlns:a16="http://schemas.microsoft.com/office/drawing/2014/main" id="{A3F8FDF4-7AC6-B471-F6F3-AE7D2AF4B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0" name="Line 36">
              <a:extLst>
                <a:ext uri="{FF2B5EF4-FFF2-40B4-BE49-F238E27FC236}">
                  <a16:creationId xmlns:a16="http://schemas.microsoft.com/office/drawing/2014/main" id="{B29E56E0-9141-A7FC-41F3-8930880CB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1" name="Group 37">
            <a:extLst>
              <a:ext uri="{FF2B5EF4-FFF2-40B4-BE49-F238E27FC236}">
                <a16:creationId xmlns:a16="http://schemas.microsoft.com/office/drawing/2014/main" id="{33B9FCDC-FBC4-0882-AE13-29A49962877B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828800"/>
            <a:ext cx="609600" cy="4876800"/>
            <a:chOff x="480" y="1152"/>
            <a:chExt cx="384" cy="3072"/>
          </a:xfrm>
        </p:grpSpPr>
        <p:sp>
          <p:nvSpPr>
            <p:cNvPr id="4191" name="Line 38">
              <a:extLst>
                <a:ext uri="{FF2B5EF4-FFF2-40B4-BE49-F238E27FC236}">
                  <a16:creationId xmlns:a16="http://schemas.microsoft.com/office/drawing/2014/main" id="{3C4BE9F6-50DC-84D5-5DAE-231C09A91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2" name="Rectangle 39">
              <a:extLst>
                <a:ext uri="{FF2B5EF4-FFF2-40B4-BE49-F238E27FC236}">
                  <a16:creationId xmlns:a16="http://schemas.microsoft.com/office/drawing/2014/main" id="{556BABA2-2AF6-9177-D92F-AA8269BD7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93" name="Line 40">
              <a:extLst>
                <a:ext uri="{FF2B5EF4-FFF2-40B4-BE49-F238E27FC236}">
                  <a16:creationId xmlns:a16="http://schemas.microsoft.com/office/drawing/2014/main" id="{9E3E57A6-0AE3-8072-4785-9212A07B5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4" name="Line 41">
              <a:extLst>
                <a:ext uri="{FF2B5EF4-FFF2-40B4-BE49-F238E27FC236}">
                  <a16:creationId xmlns:a16="http://schemas.microsoft.com/office/drawing/2014/main" id="{F5398E94-E3B5-F820-8E3F-8DC651FB1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5" name="Line 42">
              <a:extLst>
                <a:ext uri="{FF2B5EF4-FFF2-40B4-BE49-F238E27FC236}">
                  <a16:creationId xmlns:a16="http://schemas.microsoft.com/office/drawing/2014/main" id="{12D28505-BBC6-E0FA-68F4-FD9CC2C49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6" name="Line 43">
              <a:extLst>
                <a:ext uri="{FF2B5EF4-FFF2-40B4-BE49-F238E27FC236}">
                  <a16:creationId xmlns:a16="http://schemas.microsoft.com/office/drawing/2014/main" id="{361BCAAC-1E43-31DC-2940-F6A5F3631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7" name="Line 44">
              <a:extLst>
                <a:ext uri="{FF2B5EF4-FFF2-40B4-BE49-F238E27FC236}">
                  <a16:creationId xmlns:a16="http://schemas.microsoft.com/office/drawing/2014/main" id="{FD406B08-46CF-C786-1F1C-19662A687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" name="Line 45">
              <a:extLst>
                <a:ext uri="{FF2B5EF4-FFF2-40B4-BE49-F238E27FC236}">
                  <a16:creationId xmlns:a16="http://schemas.microsoft.com/office/drawing/2014/main" id="{6ACE5255-9EA6-56EE-CCA4-7B59F2EED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" name="Line 46">
              <a:extLst>
                <a:ext uri="{FF2B5EF4-FFF2-40B4-BE49-F238E27FC236}">
                  <a16:creationId xmlns:a16="http://schemas.microsoft.com/office/drawing/2014/main" id="{2219BB0F-5513-58F2-B30D-6F33B9F0E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" name="Line 47">
              <a:extLst>
                <a:ext uri="{FF2B5EF4-FFF2-40B4-BE49-F238E27FC236}">
                  <a16:creationId xmlns:a16="http://schemas.microsoft.com/office/drawing/2014/main" id="{7783BBF5-E761-332B-C3B1-E555003FB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2" name="Group 48">
            <a:extLst>
              <a:ext uri="{FF2B5EF4-FFF2-40B4-BE49-F238E27FC236}">
                <a16:creationId xmlns:a16="http://schemas.microsoft.com/office/drawing/2014/main" id="{470D6EB5-CD95-4D13-7820-12785196AB9E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828800"/>
            <a:ext cx="609600" cy="4876800"/>
            <a:chOff x="480" y="1152"/>
            <a:chExt cx="384" cy="3072"/>
          </a:xfrm>
        </p:grpSpPr>
        <p:sp>
          <p:nvSpPr>
            <p:cNvPr id="4181" name="Line 49">
              <a:extLst>
                <a:ext uri="{FF2B5EF4-FFF2-40B4-BE49-F238E27FC236}">
                  <a16:creationId xmlns:a16="http://schemas.microsoft.com/office/drawing/2014/main" id="{49D55CB4-FE98-FD5D-1C29-380EB95F5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2" name="Rectangle 50">
              <a:extLst>
                <a:ext uri="{FF2B5EF4-FFF2-40B4-BE49-F238E27FC236}">
                  <a16:creationId xmlns:a16="http://schemas.microsoft.com/office/drawing/2014/main" id="{31269A8F-21A8-5B05-DDE2-13C383370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83" name="Line 51">
              <a:extLst>
                <a:ext uri="{FF2B5EF4-FFF2-40B4-BE49-F238E27FC236}">
                  <a16:creationId xmlns:a16="http://schemas.microsoft.com/office/drawing/2014/main" id="{46A10250-4173-0747-C4A7-9FAFF4BE8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4" name="Line 52">
              <a:extLst>
                <a:ext uri="{FF2B5EF4-FFF2-40B4-BE49-F238E27FC236}">
                  <a16:creationId xmlns:a16="http://schemas.microsoft.com/office/drawing/2014/main" id="{6646E3F3-59F4-8ADE-29C0-29D322329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5" name="Line 53">
              <a:extLst>
                <a:ext uri="{FF2B5EF4-FFF2-40B4-BE49-F238E27FC236}">
                  <a16:creationId xmlns:a16="http://schemas.microsoft.com/office/drawing/2014/main" id="{5D8EA994-AA49-FF31-2840-948B1617E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6" name="Line 54">
              <a:extLst>
                <a:ext uri="{FF2B5EF4-FFF2-40B4-BE49-F238E27FC236}">
                  <a16:creationId xmlns:a16="http://schemas.microsoft.com/office/drawing/2014/main" id="{3A4A4BB6-BCF9-0407-4E4E-99AAD26FF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7" name="Line 55">
              <a:extLst>
                <a:ext uri="{FF2B5EF4-FFF2-40B4-BE49-F238E27FC236}">
                  <a16:creationId xmlns:a16="http://schemas.microsoft.com/office/drawing/2014/main" id="{2575A057-E4CD-7378-F1FA-45143BA5D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8" name="Line 56">
              <a:extLst>
                <a:ext uri="{FF2B5EF4-FFF2-40B4-BE49-F238E27FC236}">
                  <a16:creationId xmlns:a16="http://schemas.microsoft.com/office/drawing/2014/main" id="{F7706D9F-D27E-5EB6-6240-59E854DC8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9" name="Line 57">
              <a:extLst>
                <a:ext uri="{FF2B5EF4-FFF2-40B4-BE49-F238E27FC236}">
                  <a16:creationId xmlns:a16="http://schemas.microsoft.com/office/drawing/2014/main" id="{BE27BD7A-13D2-FF02-B976-8782E9245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0" name="Line 58">
              <a:extLst>
                <a:ext uri="{FF2B5EF4-FFF2-40B4-BE49-F238E27FC236}">
                  <a16:creationId xmlns:a16="http://schemas.microsoft.com/office/drawing/2014/main" id="{57EAB676-E774-B5F4-1F08-A592B5F38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3" name="Group 59">
            <a:extLst>
              <a:ext uri="{FF2B5EF4-FFF2-40B4-BE49-F238E27FC236}">
                <a16:creationId xmlns:a16="http://schemas.microsoft.com/office/drawing/2014/main" id="{8BF98B38-D36B-F992-A77D-6C43D9E5262A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828800"/>
            <a:ext cx="609600" cy="4876800"/>
            <a:chOff x="480" y="1152"/>
            <a:chExt cx="384" cy="3072"/>
          </a:xfrm>
        </p:grpSpPr>
        <p:sp>
          <p:nvSpPr>
            <p:cNvPr id="4171" name="Line 60">
              <a:extLst>
                <a:ext uri="{FF2B5EF4-FFF2-40B4-BE49-F238E27FC236}">
                  <a16:creationId xmlns:a16="http://schemas.microsoft.com/office/drawing/2014/main" id="{E9FDC06B-FFE5-F3E6-89DB-7D26F364A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2" name="Rectangle 61">
              <a:extLst>
                <a:ext uri="{FF2B5EF4-FFF2-40B4-BE49-F238E27FC236}">
                  <a16:creationId xmlns:a16="http://schemas.microsoft.com/office/drawing/2014/main" id="{E72D719D-0BDC-A42D-335A-CC17AD525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73" name="Line 62">
              <a:extLst>
                <a:ext uri="{FF2B5EF4-FFF2-40B4-BE49-F238E27FC236}">
                  <a16:creationId xmlns:a16="http://schemas.microsoft.com/office/drawing/2014/main" id="{5EB0391D-45FC-C218-1E8F-F31D261AB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4" name="Line 63">
              <a:extLst>
                <a:ext uri="{FF2B5EF4-FFF2-40B4-BE49-F238E27FC236}">
                  <a16:creationId xmlns:a16="http://schemas.microsoft.com/office/drawing/2014/main" id="{02053CF9-B6B3-79EE-0229-8308E8B20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5" name="Line 64">
              <a:extLst>
                <a:ext uri="{FF2B5EF4-FFF2-40B4-BE49-F238E27FC236}">
                  <a16:creationId xmlns:a16="http://schemas.microsoft.com/office/drawing/2014/main" id="{0CBB9FA9-11DF-CBE3-F9F8-8EFCB5391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6" name="Line 65">
              <a:extLst>
                <a:ext uri="{FF2B5EF4-FFF2-40B4-BE49-F238E27FC236}">
                  <a16:creationId xmlns:a16="http://schemas.microsoft.com/office/drawing/2014/main" id="{21B25DB7-9B2F-AC8E-03FB-7AC8E18AB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7" name="Line 66">
              <a:extLst>
                <a:ext uri="{FF2B5EF4-FFF2-40B4-BE49-F238E27FC236}">
                  <a16:creationId xmlns:a16="http://schemas.microsoft.com/office/drawing/2014/main" id="{D58ECD16-CAE7-5F9F-38DB-DC505C7A5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8" name="Line 67">
              <a:extLst>
                <a:ext uri="{FF2B5EF4-FFF2-40B4-BE49-F238E27FC236}">
                  <a16:creationId xmlns:a16="http://schemas.microsoft.com/office/drawing/2014/main" id="{53E31629-8B9F-FECE-BFAC-3262A5637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9" name="Line 68">
              <a:extLst>
                <a:ext uri="{FF2B5EF4-FFF2-40B4-BE49-F238E27FC236}">
                  <a16:creationId xmlns:a16="http://schemas.microsoft.com/office/drawing/2014/main" id="{D55D0F6C-8548-2E83-4C99-A5F6466DF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0" name="Line 69">
              <a:extLst>
                <a:ext uri="{FF2B5EF4-FFF2-40B4-BE49-F238E27FC236}">
                  <a16:creationId xmlns:a16="http://schemas.microsoft.com/office/drawing/2014/main" id="{06256DE2-0C03-AF47-17D5-977654014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4" name="Group 70">
            <a:extLst>
              <a:ext uri="{FF2B5EF4-FFF2-40B4-BE49-F238E27FC236}">
                <a16:creationId xmlns:a16="http://schemas.microsoft.com/office/drawing/2014/main" id="{6CD89BF4-77FF-5A19-AC23-0C0AE3E13B6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828800"/>
            <a:ext cx="609600" cy="4876800"/>
            <a:chOff x="480" y="1152"/>
            <a:chExt cx="384" cy="3072"/>
          </a:xfrm>
        </p:grpSpPr>
        <p:sp>
          <p:nvSpPr>
            <p:cNvPr id="4161" name="Line 71">
              <a:extLst>
                <a:ext uri="{FF2B5EF4-FFF2-40B4-BE49-F238E27FC236}">
                  <a16:creationId xmlns:a16="http://schemas.microsoft.com/office/drawing/2014/main" id="{08C5256F-C84A-FFFF-72E0-2BFF0DA95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2" name="Rectangle 72">
              <a:extLst>
                <a:ext uri="{FF2B5EF4-FFF2-40B4-BE49-F238E27FC236}">
                  <a16:creationId xmlns:a16="http://schemas.microsoft.com/office/drawing/2014/main" id="{DF1F1DB9-6E7E-E444-3FBA-D9A621249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63" name="Line 73">
              <a:extLst>
                <a:ext uri="{FF2B5EF4-FFF2-40B4-BE49-F238E27FC236}">
                  <a16:creationId xmlns:a16="http://schemas.microsoft.com/office/drawing/2014/main" id="{A0ADF9D9-5A0D-8A05-5CA2-FC44479E9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4" name="Line 74">
              <a:extLst>
                <a:ext uri="{FF2B5EF4-FFF2-40B4-BE49-F238E27FC236}">
                  <a16:creationId xmlns:a16="http://schemas.microsoft.com/office/drawing/2014/main" id="{C8381C29-C59E-B396-3B2F-F78F8BDE0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75">
              <a:extLst>
                <a:ext uri="{FF2B5EF4-FFF2-40B4-BE49-F238E27FC236}">
                  <a16:creationId xmlns:a16="http://schemas.microsoft.com/office/drawing/2014/main" id="{6B2993DB-D833-410E-EA25-F84A95EA7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6" name="Line 76">
              <a:extLst>
                <a:ext uri="{FF2B5EF4-FFF2-40B4-BE49-F238E27FC236}">
                  <a16:creationId xmlns:a16="http://schemas.microsoft.com/office/drawing/2014/main" id="{89B7721E-7C7D-4B67-F7EC-DAD7A3D62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7" name="Line 77">
              <a:extLst>
                <a:ext uri="{FF2B5EF4-FFF2-40B4-BE49-F238E27FC236}">
                  <a16:creationId xmlns:a16="http://schemas.microsoft.com/office/drawing/2014/main" id="{62057394-6EDA-6B2D-3EED-8FD33CA79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8" name="Line 78">
              <a:extLst>
                <a:ext uri="{FF2B5EF4-FFF2-40B4-BE49-F238E27FC236}">
                  <a16:creationId xmlns:a16="http://schemas.microsoft.com/office/drawing/2014/main" id="{22F2D43F-505B-4FB3-3A56-7096EED6C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9" name="Line 79">
              <a:extLst>
                <a:ext uri="{FF2B5EF4-FFF2-40B4-BE49-F238E27FC236}">
                  <a16:creationId xmlns:a16="http://schemas.microsoft.com/office/drawing/2014/main" id="{7C4583FE-4749-69E0-5919-7262C55E0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0" name="Line 80">
              <a:extLst>
                <a:ext uri="{FF2B5EF4-FFF2-40B4-BE49-F238E27FC236}">
                  <a16:creationId xmlns:a16="http://schemas.microsoft.com/office/drawing/2014/main" id="{3C72B01F-87BC-D46F-5951-0A51452E7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5" name="Group 81">
            <a:extLst>
              <a:ext uri="{FF2B5EF4-FFF2-40B4-BE49-F238E27FC236}">
                <a16:creationId xmlns:a16="http://schemas.microsoft.com/office/drawing/2014/main" id="{DF3346F4-46FF-742B-F7D8-297A1EE24BB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828800"/>
            <a:ext cx="609600" cy="4876800"/>
            <a:chOff x="480" y="1152"/>
            <a:chExt cx="384" cy="3072"/>
          </a:xfrm>
        </p:grpSpPr>
        <p:sp>
          <p:nvSpPr>
            <p:cNvPr id="4151" name="Line 82">
              <a:extLst>
                <a:ext uri="{FF2B5EF4-FFF2-40B4-BE49-F238E27FC236}">
                  <a16:creationId xmlns:a16="http://schemas.microsoft.com/office/drawing/2014/main" id="{5232CC3E-5842-E274-0913-B43D094AC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2" name="Rectangle 83">
              <a:extLst>
                <a:ext uri="{FF2B5EF4-FFF2-40B4-BE49-F238E27FC236}">
                  <a16:creationId xmlns:a16="http://schemas.microsoft.com/office/drawing/2014/main" id="{F09B5A59-92D3-1419-C821-2C3FDA847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53" name="Line 84">
              <a:extLst>
                <a:ext uri="{FF2B5EF4-FFF2-40B4-BE49-F238E27FC236}">
                  <a16:creationId xmlns:a16="http://schemas.microsoft.com/office/drawing/2014/main" id="{F9C86594-3560-A937-01A9-98C0862EB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85">
              <a:extLst>
                <a:ext uri="{FF2B5EF4-FFF2-40B4-BE49-F238E27FC236}">
                  <a16:creationId xmlns:a16="http://schemas.microsoft.com/office/drawing/2014/main" id="{D8DE1349-0448-456D-BE2B-5F5B491ED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5" name="Line 86">
              <a:extLst>
                <a:ext uri="{FF2B5EF4-FFF2-40B4-BE49-F238E27FC236}">
                  <a16:creationId xmlns:a16="http://schemas.microsoft.com/office/drawing/2014/main" id="{3D41E2E9-8BA3-675C-084F-3227BBE0D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6" name="Line 87">
              <a:extLst>
                <a:ext uri="{FF2B5EF4-FFF2-40B4-BE49-F238E27FC236}">
                  <a16:creationId xmlns:a16="http://schemas.microsoft.com/office/drawing/2014/main" id="{1D5D6AAC-E6F7-24CE-2A1E-B4889346A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7" name="Line 88">
              <a:extLst>
                <a:ext uri="{FF2B5EF4-FFF2-40B4-BE49-F238E27FC236}">
                  <a16:creationId xmlns:a16="http://schemas.microsoft.com/office/drawing/2014/main" id="{57150F84-66C6-690E-E86A-4835EF541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8" name="Line 89">
              <a:extLst>
                <a:ext uri="{FF2B5EF4-FFF2-40B4-BE49-F238E27FC236}">
                  <a16:creationId xmlns:a16="http://schemas.microsoft.com/office/drawing/2014/main" id="{E818E9AD-4C38-2B77-427D-C7C14D4E6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9" name="Line 90">
              <a:extLst>
                <a:ext uri="{FF2B5EF4-FFF2-40B4-BE49-F238E27FC236}">
                  <a16:creationId xmlns:a16="http://schemas.microsoft.com/office/drawing/2014/main" id="{5E1391A4-6281-8DD6-419E-8644C68BD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0" name="Line 91">
              <a:extLst>
                <a:ext uri="{FF2B5EF4-FFF2-40B4-BE49-F238E27FC236}">
                  <a16:creationId xmlns:a16="http://schemas.microsoft.com/office/drawing/2014/main" id="{87537C03-F9BF-C6C3-23E3-9D9750D2F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6" name="Group 92">
            <a:extLst>
              <a:ext uri="{FF2B5EF4-FFF2-40B4-BE49-F238E27FC236}">
                <a16:creationId xmlns:a16="http://schemas.microsoft.com/office/drawing/2014/main" id="{2E13B66B-1826-EF68-DDF8-D264D5C2745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828800"/>
            <a:ext cx="609600" cy="4876800"/>
            <a:chOff x="480" y="1152"/>
            <a:chExt cx="384" cy="3072"/>
          </a:xfrm>
        </p:grpSpPr>
        <p:sp>
          <p:nvSpPr>
            <p:cNvPr id="4141" name="Line 93">
              <a:extLst>
                <a:ext uri="{FF2B5EF4-FFF2-40B4-BE49-F238E27FC236}">
                  <a16:creationId xmlns:a16="http://schemas.microsoft.com/office/drawing/2014/main" id="{2DE848B8-792C-9707-D65E-A3D77ADFA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Rectangle 94">
              <a:extLst>
                <a:ext uri="{FF2B5EF4-FFF2-40B4-BE49-F238E27FC236}">
                  <a16:creationId xmlns:a16="http://schemas.microsoft.com/office/drawing/2014/main" id="{1A2A2E49-0C5C-5A95-53CD-8C2DE0EB8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43" name="Line 95">
              <a:extLst>
                <a:ext uri="{FF2B5EF4-FFF2-40B4-BE49-F238E27FC236}">
                  <a16:creationId xmlns:a16="http://schemas.microsoft.com/office/drawing/2014/main" id="{13B86FFF-48CF-8C64-B232-4E3B7FC8E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4" name="Line 96">
              <a:extLst>
                <a:ext uri="{FF2B5EF4-FFF2-40B4-BE49-F238E27FC236}">
                  <a16:creationId xmlns:a16="http://schemas.microsoft.com/office/drawing/2014/main" id="{C0451234-17AE-97A5-136D-EBA59D26A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5" name="Line 97">
              <a:extLst>
                <a:ext uri="{FF2B5EF4-FFF2-40B4-BE49-F238E27FC236}">
                  <a16:creationId xmlns:a16="http://schemas.microsoft.com/office/drawing/2014/main" id="{76035E89-4BAE-C366-EEF0-F437094F7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6" name="Line 98">
              <a:extLst>
                <a:ext uri="{FF2B5EF4-FFF2-40B4-BE49-F238E27FC236}">
                  <a16:creationId xmlns:a16="http://schemas.microsoft.com/office/drawing/2014/main" id="{EE85B106-F2A9-6C35-5183-5B4F203E9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7" name="Line 99">
              <a:extLst>
                <a:ext uri="{FF2B5EF4-FFF2-40B4-BE49-F238E27FC236}">
                  <a16:creationId xmlns:a16="http://schemas.microsoft.com/office/drawing/2014/main" id="{C4BC10ED-E9B9-F121-557A-F52E0D110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8" name="Line 100">
              <a:extLst>
                <a:ext uri="{FF2B5EF4-FFF2-40B4-BE49-F238E27FC236}">
                  <a16:creationId xmlns:a16="http://schemas.microsoft.com/office/drawing/2014/main" id="{A7FD33AE-7319-35E7-08B9-096504494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9" name="Line 101">
              <a:extLst>
                <a:ext uri="{FF2B5EF4-FFF2-40B4-BE49-F238E27FC236}">
                  <a16:creationId xmlns:a16="http://schemas.microsoft.com/office/drawing/2014/main" id="{71589415-F8A6-9459-9F27-A7C27893F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0" name="Line 102">
              <a:extLst>
                <a:ext uri="{FF2B5EF4-FFF2-40B4-BE49-F238E27FC236}">
                  <a16:creationId xmlns:a16="http://schemas.microsoft.com/office/drawing/2014/main" id="{44701BB7-CD54-3340-A7B4-1D109F069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7" name="Group 103">
            <a:extLst>
              <a:ext uri="{FF2B5EF4-FFF2-40B4-BE49-F238E27FC236}">
                <a16:creationId xmlns:a16="http://schemas.microsoft.com/office/drawing/2014/main" id="{3CD5D38D-B74F-D6F6-88A8-929B821D8C7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828800"/>
            <a:ext cx="609600" cy="4876800"/>
            <a:chOff x="480" y="1152"/>
            <a:chExt cx="384" cy="3072"/>
          </a:xfrm>
        </p:grpSpPr>
        <p:sp>
          <p:nvSpPr>
            <p:cNvPr id="4131" name="Line 104">
              <a:extLst>
                <a:ext uri="{FF2B5EF4-FFF2-40B4-BE49-F238E27FC236}">
                  <a16:creationId xmlns:a16="http://schemas.microsoft.com/office/drawing/2014/main" id="{2D9FDA6D-6CD1-49AC-8CFF-98705E38F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Rectangle 105">
              <a:extLst>
                <a:ext uri="{FF2B5EF4-FFF2-40B4-BE49-F238E27FC236}">
                  <a16:creationId xmlns:a16="http://schemas.microsoft.com/office/drawing/2014/main" id="{EC63CA75-973F-D2D3-D9B6-59572B770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33" name="Line 106">
              <a:extLst>
                <a:ext uri="{FF2B5EF4-FFF2-40B4-BE49-F238E27FC236}">
                  <a16:creationId xmlns:a16="http://schemas.microsoft.com/office/drawing/2014/main" id="{351C0F17-DC14-B22D-3C63-69B30744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07">
              <a:extLst>
                <a:ext uri="{FF2B5EF4-FFF2-40B4-BE49-F238E27FC236}">
                  <a16:creationId xmlns:a16="http://schemas.microsoft.com/office/drawing/2014/main" id="{967BF96C-371A-94B3-23FC-B4E3DC927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08">
              <a:extLst>
                <a:ext uri="{FF2B5EF4-FFF2-40B4-BE49-F238E27FC236}">
                  <a16:creationId xmlns:a16="http://schemas.microsoft.com/office/drawing/2014/main" id="{43108BBB-5700-D565-B095-02041ADE6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09">
              <a:extLst>
                <a:ext uri="{FF2B5EF4-FFF2-40B4-BE49-F238E27FC236}">
                  <a16:creationId xmlns:a16="http://schemas.microsoft.com/office/drawing/2014/main" id="{A9B811E6-D09F-8C2F-A830-B797C367D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10">
              <a:extLst>
                <a:ext uri="{FF2B5EF4-FFF2-40B4-BE49-F238E27FC236}">
                  <a16:creationId xmlns:a16="http://schemas.microsoft.com/office/drawing/2014/main" id="{0F5D0E1B-5AD4-CE4D-73E4-4BAC2AA17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11">
              <a:extLst>
                <a:ext uri="{FF2B5EF4-FFF2-40B4-BE49-F238E27FC236}">
                  <a16:creationId xmlns:a16="http://schemas.microsoft.com/office/drawing/2014/main" id="{A9EA0537-7217-931E-EE4C-BE33CD0CB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12">
              <a:extLst>
                <a:ext uri="{FF2B5EF4-FFF2-40B4-BE49-F238E27FC236}">
                  <a16:creationId xmlns:a16="http://schemas.microsoft.com/office/drawing/2014/main" id="{BD162508-ECD1-4FA1-E6B1-6DA0A09FE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13">
              <a:extLst>
                <a:ext uri="{FF2B5EF4-FFF2-40B4-BE49-F238E27FC236}">
                  <a16:creationId xmlns:a16="http://schemas.microsoft.com/office/drawing/2014/main" id="{229FEC29-9789-6AFD-AE04-D3A74015B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Rectangle 117">
            <a:extLst>
              <a:ext uri="{FF2B5EF4-FFF2-40B4-BE49-F238E27FC236}">
                <a16:creationId xmlns:a16="http://schemas.microsoft.com/office/drawing/2014/main" id="{D6E1C0D7-7AD5-7F70-DDDD-2112A9FB4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4109" name="Group 125">
            <a:extLst>
              <a:ext uri="{FF2B5EF4-FFF2-40B4-BE49-F238E27FC236}">
                <a16:creationId xmlns:a16="http://schemas.microsoft.com/office/drawing/2014/main" id="{272A5E49-CE7A-347D-CE18-86BD970F5F9B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828800"/>
            <a:ext cx="609600" cy="4876800"/>
            <a:chOff x="480" y="1152"/>
            <a:chExt cx="384" cy="3072"/>
          </a:xfrm>
        </p:grpSpPr>
        <p:sp>
          <p:nvSpPr>
            <p:cNvPr id="4121" name="Line 126">
              <a:extLst>
                <a:ext uri="{FF2B5EF4-FFF2-40B4-BE49-F238E27FC236}">
                  <a16:creationId xmlns:a16="http://schemas.microsoft.com/office/drawing/2014/main" id="{EF4DABF3-9C8C-5146-86B2-A69C792CB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Rectangle 127">
              <a:extLst>
                <a:ext uri="{FF2B5EF4-FFF2-40B4-BE49-F238E27FC236}">
                  <a16:creationId xmlns:a16="http://schemas.microsoft.com/office/drawing/2014/main" id="{746F62D5-2928-2368-2AB3-443A04E0D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23" name="Line 128">
              <a:extLst>
                <a:ext uri="{FF2B5EF4-FFF2-40B4-BE49-F238E27FC236}">
                  <a16:creationId xmlns:a16="http://schemas.microsoft.com/office/drawing/2014/main" id="{5F61A25C-41D6-6575-6D8A-21A7131D8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Line 129">
              <a:extLst>
                <a:ext uri="{FF2B5EF4-FFF2-40B4-BE49-F238E27FC236}">
                  <a16:creationId xmlns:a16="http://schemas.microsoft.com/office/drawing/2014/main" id="{F28AC488-C3AB-074B-6039-6E4536ECD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Line 130">
              <a:extLst>
                <a:ext uri="{FF2B5EF4-FFF2-40B4-BE49-F238E27FC236}">
                  <a16:creationId xmlns:a16="http://schemas.microsoft.com/office/drawing/2014/main" id="{572838F0-8AA0-0BB3-BF38-486A2E8E2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Line 131">
              <a:extLst>
                <a:ext uri="{FF2B5EF4-FFF2-40B4-BE49-F238E27FC236}">
                  <a16:creationId xmlns:a16="http://schemas.microsoft.com/office/drawing/2014/main" id="{66495AB0-F869-C2CC-A617-D3E55A0DD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32">
              <a:extLst>
                <a:ext uri="{FF2B5EF4-FFF2-40B4-BE49-F238E27FC236}">
                  <a16:creationId xmlns:a16="http://schemas.microsoft.com/office/drawing/2014/main" id="{63A1BF9D-0BE2-359E-6CFC-77A285C33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33">
              <a:extLst>
                <a:ext uri="{FF2B5EF4-FFF2-40B4-BE49-F238E27FC236}">
                  <a16:creationId xmlns:a16="http://schemas.microsoft.com/office/drawing/2014/main" id="{D422CF22-DADD-AD9F-071E-C4C5D9F68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34">
              <a:extLst>
                <a:ext uri="{FF2B5EF4-FFF2-40B4-BE49-F238E27FC236}">
                  <a16:creationId xmlns:a16="http://schemas.microsoft.com/office/drawing/2014/main" id="{44185964-09F3-C697-DC75-F132E6ED5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35">
              <a:extLst>
                <a:ext uri="{FF2B5EF4-FFF2-40B4-BE49-F238E27FC236}">
                  <a16:creationId xmlns:a16="http://schemas.microsoft.com/office/drawing/2014/main" id="{E50FE1E5-92D0-0B4B-FC6C-81068A43B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10" name="Group 136">
            <a:extLst>
              <a:ext uri="{FF2B5EF4-FFF2-40B4-BE49-F238E27FC236}">
                <a16:creationId xmlns:a16="http://schemas.microsoft.com/office/drawing/2014/main" id="{A653D7D7-530D-8479-9C8C-3C23D9BB9394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828800"/>
            <a:ext cx="609600" cy="4876800"/>
            <a:chOff x="480" y="1152"/>
            <a:chExt cx="384" cy="3072"/>
          </a:xfrm>
        </p:grpSpPr>
        <p:sp>
          <p:nvSpPr>
            <p:cNvPr id="4111" name="Line 137">
              <a:extLst>
                <a:ext uri="{FF2B5EF4-FFF2-40B4-BE49-F238E27FC236}">
                  <a16:creationId xmlns:a16="http://schemas.microsoft.com/office/drawing/2014/main" id="{DFBCDC6A-BF5E-C62F-1A49-DDDF6FBBC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Rectangle 138">
              <a:extLst>
                <a:ext uri="{FF2B5EF4-FFF2-40B4-BE49-F238E27FC236}">
                  <a16:creationId xmlns:a16="http://schemas.microsoft.com/office/drawing/2014/main" id="{F6222A8B-9179-119A-C284-D019B9014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13" name="Line 139">
              <a:extLst>
                <a:ext uri="{FF2B5EF4-FFF2-40B4-BE49-F238E27FC236}">
                  <a16:creationId xmlns:a16="http://schemas.microsoft.com/office/drawing/2014/main" id="{BBC06347-5CCD-67A0-7E7F-012FB3FD5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4" name="Line 140">
              <a:extLst>
                <a:ext uri="{FF2B5EF4-FFF2-40B4-BE49-F238E27FC236}">
                  <a16:creationId xmlns:a16="http://schemas.microsoft.com/office/drawing/2014/main" id="{B7A7D7D9-637A-8FCC-3D44-B1B98A6ED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Line 141">
              <a:extLst>
                <a:ext uri="{FF2B5EF4-FFF2-40B4-BE49-F238E27FC236}">
                  <a16:creationId xmlns:a16="http://schemas.microsoft.com/office/drawing/2014/main" id="{6F8D05EB-5D33-5F2D-D43F-DE27A6EF5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Line 142">
              <a:extLst>
                <a:ext uri="{FF2B5EF4-FFF2-40B4-BE49-F238E27FC236}">
                  <a16:creationId xmlns:a16="http://schemas.microsoft.com/office/drawing/2014/main" id="{1CAD68E1-F4DC-3544-9C38-AC05E1531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Line 143">
              <a:extLst>
                <a:ext uri="{FF2B5EF4-FFF2-40B4-BE49-F238E27FC236}">
                  <a16:creationId xmlns:a16="http://schemas.microsoft.com/office/drawing/2014/main" id="{7708210B-7ADD-D7DF-7A7C-CF1A8F73F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Line 144">
              <a:extLst>
                <a:ext uri="{FF2B5EF4-FFF2-40B4-BE49-F238E27FC236}">
                  <a16:creationId xmlns:a16="http://schemas.microsoft.com/office/drawing/2014/main" id="{F48E48D9-999D-D484-B24E-317065953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Line 145">
              <a:extLst>
                <a:ext uri="{FF2B5EF4-FFF2-40B4-BE49-F238E27FC236}">
                  <a16:creationId xmlns:a16="http://schemas.microsoft.com/office/drawing/2014/main" id="{0D20ACB1-1854-BC80-1D4D-2A3EBF9E9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Line 146">
              <a:extLst>
                <a:ext uri="{FF2B5EF4-FFF2-40B4-BE49-F238E27FC236}">
                  <a16:creationId xmlns:a16="http://schemas.microsoft.com/office/drawing/2014/main" id="{1B58C463-BF5A-EB82-4585-E31E5FFCE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AF4A3E-9664-10E8-9E53-828E2BFCD880}"/>
              </a:ext>
            </a:extLst>
          </p:cNvPr>
          <p:cNvSpPr txBox="1"/>
          <p:nvPr/>
        </p:nvSpPr>
        <p:spPr>
          <a:xfrm>
            <a:off x="869737" y="185700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F1BE-725D-DCF7-5889-A1D0F9CB7A29}"/>
              </a:ext>
            </a:extLst>
          </p:cNvPr>
          <p:cNvSpPr txBox="1"/>
          <p:nvPr/>
        </p:nvSpPr>
        <p:spPr>
          <a:xfrm>
            <a:off x="887366" y="235064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DF0CB-93F8-0615-8EFF-DBEE49BE10FD}"/>
              </a:ext>
            </a:extLst>
          </p:cNvPr>
          <p:cNvSpPr txBox="1"/>
          <p:nvPr/>
        </p:nvSpPr>
        <p:spPr>
          <a:xfrm>
            <a:off x="887367" y="286778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1BDBE-3753-DF76-3837-89E46D3E347A}"/>
              </a:ext>
            </a:extLst>
          </p:cNvPr>
          <p:cNvSpPr txBox="1"/>
          <p:nvPr/>
        </p:nvSpPr>
        <p:spPr>
          <a:xfrm>
            <a:off x="887366" y="3402554"/>
            <a:ext cx="5053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F9289-9E50-DB02-C61D-D88DB79F22DB}"/>
              </a:ext>
            </a:extLst>
          </p:cNvPr>
          <p:cNvSpPr txBox="1"/>
          <p:nvPr/>
        </p:nvSpPr>
        <p:spPr>
          <a:xfrm>
            <a:off x="887367" y="3772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0D79B-5BCA-4454-380A-C7D921F33528}"/>
              </a:ext>
            </a:extLst>
          </p:cNvPr>
          <p:cNvSpPr txBox="1"/>
          <p:nvPr/>
        </p:nvSpPr>
        <p:spPr>
          <a:xfrm>
            <a:off x="887366" y="427229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0784A-5817-02EA-41D0-A1EE478E8875}"/>
              </a:ext>
            </a:extLst>
          </p:cNvPr>
          <p:cNvSpPr txBox="1"/>
          <p:nvPr/>
        </p:nvSpPr>
        <p:spPr>
          <a:xfrm>
            <a:off x="869737" y="484232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2B768-2387-7AAD-779F-79FDC7FF2BCC}"/>
              </a:ext>
            </a:extLst>
          </p:cNvPr>
          <p:cNvSpPr txBox="1"/>
          <p:nvPr/>
        </p:nvSpPr>
        <p:spPr>
          <a:xfrm>
            <a:off x="887366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F2595-D1D4-2FD2-0F31-6BAE81EAC044}"/>
              </a:ext>
            </a:extLst>
          </p:cNvPr>
          <p:cNvSpPr txBox="1"/>
          <p:nvPr/>
        </p:nvSpPr>
        <p:spPr>
          <a:xfrm>
            <a:off x="887366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C3D44-E478-6137-F4FC-680DF80846DB}"/>
              </a:ext>
            </a:extLst>
          </p:cNvPr>
          <p:cNvSpPr txBox="1"/>
          <p:nvPr/>
        </p:nvSpPr>
        <p:spPr>
          <a:xfrm>
            <a:off x="869737" y="626446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92744-732C-D7D6-C771-0EAA35D45191}"/>
              </a:ext>
            </a:extLst>
          </p:cNvPr>
          <p:cNvSpPr txBox="1"/>
          <p:nvPr/>
        </p:nvSpPr>
        <p:spPr>
          <a:xfrm>
            <a:off x="1498533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4C44F-1632-3EB8-E975-0C243AE35C23}"/>
              </a:ext>
            </a:extLst>
          </p:cNvPr>
          <p:cNvSpPr txBox="1"/>
          <p:nvPr/>
        </p:nvSpPr>
        <p:spPr>
          <a:xfrm>
            <a:off x="1498534" y="185700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B81DE6-EC24-8145-8F5F-2CA830C01099}"/>
              </a:ext>
            </a:extLst>
          </p:cNvPr>
          <p:cNvSpPr txBox="1"/>
          <p:nvPr/>
        </p:nvSpPr>
        <p:spPr>
          <a:xfrm>
            <a:off x="6987284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BCCCC-C71E-10D9-8573-1E36EA2784FF}"/>
              </a:ext>
            </a:extLst>
          </p:cNvPr>
          <p:cNvSpPr txBox="1"/>
          <p:nvPr/>
        </p:nvSpPr>
        <p:spPr>
          <a:xfrm>
            <a:off x="6376117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9E122-A00E-FDA4-D16B-D4ECDDCAAC31}"/>
              </a:ext>
            </a:extLst>
          </p:cNvPr>
          <p:cNvSpPr txBox="1"/>
          <p:nvPr/>
        </p:nvSpPr>
        <p:spPr>
          <a:xfrm>
            <a:off x="5723813" y="626446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18C58B-6B3F-4229-3B6D-30116D648137}"/>
              </a:ext>
            </a:extLst>
          </p:cNvPr>
          <p:cNvSpPr txBox="1"/>
          <p:nvPr/>
        </p:nvSpPr>
        <p:spPr>
          <a:xfrm>
            <a:off x="5159659" y="626446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88C5B-29A4-F80A-8E0D-2C097365E27E}"/>
              </a:ext>
            </a:extLst>
          </p:cNvPr>
          <p:cNvSpPr txBox="1"/>
          <p:nvPr/>
        </p:nvSpPr>
        <p:spPr>
          <a:xfrm>
            <a:off x="4548492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8F9603-D553-3AA1-7C0D-8078ED11A65B}"/>
              </a:ext>
            </a:extLst>
          </p:cNvPr>
          <p:cNvSpPr txBox="1"/>
          <p:nvPr/>
        </p:nvSpPr>
        <p:spPr>
          <a:xfrm>
            <a:off x="3326158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621CD4-05D7-EF58-E73D-D5A7E8A81F46}"/>
              </a:ext>
            </a:extLst>
          </p:cNvPr>
          <p:cNvSpPr txBox="1"/>
          <p:nvPr/>
        </p:nvSpPr>
        <p:spPr>
          <a:xfrm>
            <a:off x="2673855" y="6329106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0BE79B-B0B1-5994-E940-AB479E751269}"/>
              </a:ext>
            </a:extLst>
          </p:cNvPr>
          <p:cNvSpPr txBox="1"/>
          <p:nvPr/>
        </p:nvSpPr>
        <p:spPr>
          <a:xfrm>
            <a:off x="2109700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F31B0-51F9-7869-E19B-97467DAC89B7}"/>
              </a:ext>
            </a:extLst>
          </p:cNvPr>
          <p:cNvSpPr txBox="1"/>
          <p:nvPr/>
        </p:nvSpPr>
        <p:spPr>
          <a:xfrm>
            <a:off x="3884436" y="626446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3F68E1-14A9-DA77-F0B4-5B26FD5673AC}"/>
              </a:ext>
            </a:extLst>
          </p:cNvPr>
          <p:cNvSpPr txBox="1"/>
          <p:nvPr/>
        </p:nvSpPr>
        <p:spPr>
          <a:xfrm>
            <a:off x="7592574" y="63291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DD7320-BB37-2B98-BDF4-4E5891F82C77}"/>
              </a:ext>
            </a:extLst>
          </p:cNvPr>
          <p:cNvSpPr txBox="1"/>
          <p:nvPr/>
        </p:nvSpPr>
        <p:spPr>
          <a:xfrm>
            <a:off x="1498534" y="235064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254F6E-6E88-42E0-FE61-45D953052049}"/>
              </a:ext>
            </a:extLst>
          </p:cNvPr>
          <p:cNvSpPr txBox="1"/>
          <p:nvPr/>
        </p:nvSpPr>
        <p:spPr>
          <a:xfrm>
            <a:off x="1498533" y="286778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81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69DEE7-8428-915D-930D-2A7AD37C75DC}"/>
              </a:ext>
            </a:extLst>
          </p:cNvPr>
          <p:cNvSpPr txBox="1"/>
          <p:nvPr/>
        </p:nvSpPr>
        <p:spPr>
          <a:xfrm>
            <a:off x="1498533" y="3396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9963CF-F48C-3763-036B-F2632E9EE587}"/>
              </a:ext>
            </a:extLst>
          </p:cNvPr>
          <p:cNvSpPr txBox="1"/>
          <p:nvPr/>
        </p:nvSpPr>
        <p:spPr>
          <a:xfrm>
            <a:off x="1498534" y="3772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82FDA9-A8B0-2CC6-7723-5EE3A21EF704}"/>
              </a:ext>
            </a:extLst>
          </p:cNvPr>
          <p:cNvSpPr txBox="1"/>
          <p:nvPr/>
        </p:nvSpPr>
        <p:spPr>
          <a:xfrm>
            <a:off x="1551423" y="427229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954076-7C42-DB1C-AE23-67B4219E1DB4}"/>
              </a:ext>
            </a:extLst>
          </p:cNvPr>
          <p:cNvSpPr txBox="1"/>
          <p:nvPr/>
        </p:nvSpPr>
        <p:spPr>
          <a:xfrm>
            <a:off x="1551423" y="484232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DD09DF-B48E-D306-04AF-C845987E0C53}"/>
              </a:ext>
            </a:extLst>
          </p:cNvPr>
          <p:cNvSpPr txBox="1"/>
          <p:nvPr/>
        </p:nvSpPr>
        <p:spPr>
          <a:xfrm>
            <a:off x="1498533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CA4395-8E4C-5C37-8B02-164DBCDD58E5}"/>
              </a:ext>
            </a:extLst>
          </p:cNvPr>
          <p:cNvSpPr txBox="1"/>
          <p:nvPr/>
        </p:nvSpPr>
        <p:spPr>
          <a:xfrm>
            <a:off x="1551423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689AC-C654-ED42-117D-026E9369A19A}"/>
              </a:ext>
            </a:extLst>
          </p:cNvPr>
          <p:cNvSpPr txBox="1"/>
          <p:nvPr/>
        </p:nvSpPr>
        <p:spPr>
          <a:xfrm>
            <a:off x="2109700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096097-7228-21EC-5BCE-05EB020E3DCD}"/>
              </a:ext>
            </a:extLst>
          </p:cNvPr>
          <p:cNvSpPr txBox="1"/>
          <p:nvPr/>
        </p:nvSpPr>
        <p:spPr>
          <a:xfrm>
            <a:off x="2720868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4D5696-AFE1-A35A-E8DB-192A9E065F7A}"/>
              </a:ext>
            </a:extLst>
          </p:cNvPr>
          <p:cNvSpPr txBox="1"/>
          <p:nvPr/>
        </p:nvSpPr>
        <p:spPr>
          <a:xfrm>
            <a:off x="2109701" y="286778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B434C7-3F29-F3F4-E249-64B4BEE6263E}"/>
              </a:ext>
            </a:extLst>
          </p:cNvPr>
          <p:cNvSpPr txBox="1"/>
          <p:nvPr/>
        </p:nvSpPr>
        <p:spPr>
          <a:xfrm>
            <a:off x="2109701" y="190402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7DF8F2-B138-B2BA-2133-237310984E92}"/>
              </a:ext>
            </a:extLst>
          </p:cNvPr>
          <p:cNvSpPr txBox="1"/>
          <p:nvPr/>
        </p:nvSpPr>
        <p:spPr>
          <a:xfrm>
            <a:off x="2109700" y="235064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8AED26-9637-0D49-72CD-A0F513D0D49D}"/>
              </a:ext>
            </a:extLst>
          </p:cNvPr>
          <p:cNvSpPr txBox="1"/>
          <p:nvPr/>
        </p:nvSpPr>
        <p:spPr>
          <a:xfrm>
            <a:off x="2109701" y="3396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145DA9-D6F2-A92C-A1BE-88638F22FF91}"/>
              </a:ext>
            </a:extLst>
          </p:cNvPr>
          <p:cNvSpPr txBox="1"/>
          <p:nvPr/>
        </p:nvSpPr>
        <p:spPr>
          <a:xfrm>
            <a:off x="2109700" y="377278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AC9465-3242-3EC3-6192-4EA5D6A0452C}"/>
              </a:ext>
            </a:extLst>
          </p:cNvPr>
          <p:cNvSpPr txBox="1"/>
          <p:nvPr/>
        </p:nvSpPr>
        <p:spPr>
          <a:xfrm>
            <a:off x="2109701" y="427229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A1F1EC-FB7B-0D15-91C0-686F59270431}"/>
              </a:ext>
            </a:extLst>
          </p:cNvPr>
          <p:cNvSpPr txBox="1"/>
          <p:nvPr/>
        </p:nvSpPr>
        <p:spPr>
          <a:xfrm>
            <a:off x="2056811" y="484232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1F525B-62C2-8DA5-8E64-D9041FA8DAA4}"/>
              </a:ext>
            </a:extLst>
          </p:cNvPr>
          <p:cNvSpPr txBox="1"/>
          <p:nvPr/>
        </p:nvSpPr>
        <p:spPr>
          <a:xfrm>
            <a:off x="2056811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EC2357-F17D-4F29-295E-AB94595ED909}"/>
              </a:ext>
            </a:extLst>
          </p:cNvPr>
          <p:cNvSpPr txBox="1"/>
          <p:nvPr/>
        </p:nvSpPr>
        <p:spPr>
          <a:xfrm>
            <a:off x="2720868" y="286778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BD030C-C5A2-6615-54C2-439975A2F4CD}"/>
              </a:ext>
            </a:extLst>
          </p:cNvPr>
          <p:cNvSpPr txBox="1"/>
          <p:nvPr/>
        </p:nvSpPr>
        <p:spPr>
          <a:xfrm>
            <a:off x="2720868" y="190402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2A1809-69E4-72B5-9687-3092ACAA667F}"/>
              </a:ext>
            </a:extLst>
          </p:cNvPr>
          <p:cNvSpPr txBox="1"/>
          <p:nvPr/>
        </p:nvSpPr>
        <p:spPr>
          <a:xfrm>
            <a:off x="2720868" y="235064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2EA4B-3281-AD8E-F94A-F5327320898D}"/>
              </a:ext>
            </a:extLst>
          </p:cNvPr>
          <p:cNvSpPr txBox="1"/>
          <p:nvPr/>
        </p:nvSpPr>
        <p:spPr>
          <a:xfrm>
            <a:off x="2720867" y="339667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9EF235-51EF-C186-298C-52EA907EC4C5}"/>
              </a:ext>
            </a:extLst>
          </p:cNvPr>
          <p:cNvSpPr txBox="1"/>
          <p:nvPr/>
        </p:nvSpPr>
        <p:spPr>
          <a:xfrm>
            <a:off x="2720868" y="377278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123488-AC1D-F0A0-B628-57A5C66A38AD}"/>
              </a:ext>
            </a:extLst>
          </p:cNvPr>
          <p:cNvSpPr txBox="1"/>
          <p:nvPr/>
        </p:nvSpPr>
        <p:spPr>
          <a:xfrm>
            <a:off x="2773757" y="427229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2B1F6D-CE8D-BE42-336F-1C95368B89CA}"/>
              </a:ext>
            </a:extLst>
          </p:cNvPr>
          <p:cNvSpPr txBox="1"/>
          <p:nvPr/>
        </p:nvSpPr>
        <p:spPr>
          <a:xfrm>
            <a:off x="2720868" y="484232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C14F93-83D2-7172-4327-2FFA1C202A92}"/>
              </a:ext>
            </a:extLst>
          </p:cNvPr>
          <p:cNvSpPr txBox="1"/>
          <p:nvPr/>
        </p:nvSpPr>
        <p:spPr>
          <a:xfrm>
            <a:off x="2720867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625E89-FCD5-6327-BFCD-542D9BE91B2A}"/>
              </a:ext>
            </a:extLst>
          </p:cNvPr>
          <p:cNvSpPr txBox="1"/>
          <p:nvPr/>
        </p:nvSpPr>
        <p:spPr>
          <a:xfrm>
            <a:off x="3379047" y="190402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F9CD44-1D3E-B189-2255-F62108CB2B28}"/>
              </a:ext>
            </a:extLst>
          </p:cNvPr>
          <p:cNvSpPr txBox="1"/>
          <p:nvPr/>
        </p:nvSpPr>
        <p:spPr>
          <a:xfrm>
            <a:off x="3326159" y="235064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DD3D55-2752-669F-F7ED-28D102558E41}"/>
              </a:ext>
            </a:extLst>
          </p:cNvPr>
          <p:cNvSpPr txBox="1"/>
          <p:nvPr/>
        </p:nvSpPr>
        <p:spPr>
          <a:xfrm>
            <a:off x="3326158" y="286778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4871A9-CE29-C425-49C7-55A726D36D31}"/>
              </a:ext>
            </a:extLst>
          </p:cNvPr>
          <p:cNvSpPr txBox="1"/>
          <p:nvPr/>
        </p:nvSpPr>
        <p:spPr>
          <a:xfrm>
            <a:off x="3326158" y="3396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FF886B-1C62-C00D-D66F-DD3D2BF5BDE9}"/>
              </a:ext>
            </a:extLst>
          </p:cNvPr>
          <p:cNvSpPr txBox="1"/>
          <p:nvPr/>
        </p:nvSpPr>
        <p:spPr>
          <a:xfrm>
            <a:off x="3326158" y="377278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50A144-7614-C6C0-002B-D614AFDE8D0B}"/>
              </a:ext>
            </a:extLst>
          </p:cNvPr>
          <p:cNvSpPr txBox="1"/>
          <p:nvPr/>
        </p:nvSpPr>
        <p:spPr>
          <a:xfrm>
            <a:off x="3379048" y="427229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BC56F7-356D-84B0-E638-0859A2E94D81}"/>
              </a:ext>
            </a:extLst>
          </p:cNvPr>
          <p:cNvSpPr txBox="1"/>
          <p:nvPr/>
        </p:nvSpPr>
        <p:spPr>
          <a:xfrm>
            <a:off x="3326158" y="484232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D85E86-7BCD-47A7-569D-6EA6F291402E}"/>
              </a:ext>
            </a:extLst>
          </p:cNvPr>
          <p:cNvSpPr txBox="1"/>
          <p:nvPr/>
        </p:nvSpPr>
        <p:spPr>
          <a:xfrm>
            <a:off x="3326158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48A7BB-F7F4-A08E-1E6B-AC4D4BD87A4F}"/>
              </a:ext>
            </a:extLst>
          </p:cNvPr>
          <p:cNvSpPr txBox="1"/>
          <p:nvPr/>
        </p:nvSpPr>
        <p:spPr>
          <a:xfrm>
            <a:off x="3326159" y="580608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2D3540-CDB3-26EC-244E-BAA715385D02}"/>
              </a:ext>
            </a:extLst>
          </p:cNvPr>
          <p:cNvSpPr txBox="1"/>
          <p:nvPr/>
        </p:nvSpPr>
        <p:spPr>
          <a:xfrm>
            <a:off x="3937326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BCC6BF-9173-628F-395C-CE6887E38DA8}"/>
              </a:ext>
            </a:extLst>
          </p:cNvPr>
          <p:cNvSpPr txBox="1"/>
          <p:nvPr/>
        </p:nvSpPr>
        <p:spPr>
          <a:xfrm>
            <a:off x="4548493" y="580608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BDFAED-ABBD-9638-E596-2D5BB282522A}"/>
              </a:ext>
            </a:extLst>
          </p:cNvPr>
          <p:cNvSpPr txBox="1"/>
          <p:nvPr/>
        </p:nvSpPr>
        <p:spPr>
          <a:xfrm>
            <a:off x="6376117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2B8E69-B4DE-FB38-8AB8-9A4CD1247132}"/>
              </a:ext>
            </a:extLst>
          </p:cNvPr>
          <p:cNvSpPr txBox="1"/>
          <p:nvPr/>
        </p:nvSpPr>
        <p:spPr>
          <a:xfrm>
            <a:off x="5770827" y="585310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46DE04-0A47-90F2-5DE2-89827CB291BF}"/>
              </a:ext>
            </a:extLst>
          </p:cNvPr>
          <p:cNvSpPr txBox="1"/>
          <p:nvPr/>
        </p:nvSpPr>
        <p:spPr>
          <a:xfrm>
            <a:off x="5159659" y="580608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4096" name="TextBox 4095">
            <a:extLst>
              <a:ext uri="{FF2B5EF4-FFF2-40B4-BE49-F238E27FC236}">
                <a16:creationId xmlns:a16="http://schemas.microsoft.com/office/drawing/2014/main" id="{1B88EF9C-51E2-8364-A884-9896D5CFD273}"/>
              </a:ext>
            </a:extLst>
          </p:cNvPr>
          <p:cNvSpPr txBox="1"/>
          <p:nvPr/>
        </p:nvSpPr>
        <p:spPr>
          <a:xfrm>
            <a:off x="6987285" y="580608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4CC147A3-A307-EF9E-BC8B-9DA1459289DC}"/>
              </a:ext>
            </a:extLst>
          </p:cNvPr>
          <p:cNvSpPr txBox="1"/>
          <p:nvPr/>
        </p:nvSpPr>
        <p:spPr>
          <a:xfrm>
            <a:off x="7592575" y="585310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>
              <a:cs typeface="Arial"/>
            </a:endParaRPr>
          </a:p>
        </p:txBody>
      </p:sp>
      <p:sp>
        <p:nvSpPr>
          <p:cNvPr id="4231" name="TextBox 4230">
            <a:extLst>
              <a:ext uri="{FF2B5EF4-FFF2-40B4-BE49-F238E27FC236}">
                <a16:creationId xmlns:a16="http://schemas.microsoft.com/office/drawing/2014/main" id="{B32EA13F-F6B8-F599-4B1E-DBE537F0A9DE}"/>
              </a:ext>
            </a:extLst>
          </p:cNvPr>
          <p:cNvSpPr txBox="1"/>
          <p:nvPr/>
        </p:nvSpPr>
        <p:spPr>
          <a:xfrm>
            <a:off x="3937325" y="530069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32" name="TextBox 4231">
            <a:extLst>
              <a:ext uri="{FF2B5EF4-FFF2-40B4-BE49-F238E27FC236}">
                <a16:creationId xmlns:a16="http://schemas.microsoft.com/office/drawing/2014/main" id="{9852C08C-C90D-3AF0-5CA1-148D1E7DD8AD}"/>
              </a:ext>
            </a:extLst>
          </p:cNvPr>
          <p:cNvSpPr txBox="1"/>
          <p:nvPr/>
        </p:nvSpPr>
        <p:spPr>
          <a:xfrm>
            <a:off x="3937325" y="190402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4233" name="TextBox 4232">
            <a:extLst>
              <a:ext uri="{FF2B5EF4-FFF2-40B4-BE49-F238E27FC236}">
                <a16:creationId xmlns:a16="http://schemas.microsoft.com/office/drawing/2014/main" id="{B64D42D9-7F5C-C7B7-0D99-537E57D379F7}"/>
              </a:ext>
            </a:extLst>
          </p:cNvPr>
          <p:cNvSpPr txBox="1"/>
          <p:nvPr/>
        </p:nvSpPr>
        <p:spPr>
          <a:xfrm>
            <a:off x="3937325" y="235064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/>
          </a:p>
        </p:txBody>
      </p:sp>
      <p:sp>
        <p:nvSpPr>
          <p:cNvPr id="4234" name="TextBox 4233">
            <a:extLst>
              <a:ext uri="{FF2B5EF4-FFF2-40B4-BE49-F238E27FC236}">
                <a16:creationId xmlns:a16="http://schemas.microsoft.com/office/drawing/2014/main" id="{81BFF174-6CD7-0442-7522-46A5CB7EE599}"/>
              </a:ext>
            </a:extLst>
          </p:cNvPr>
          <p:cNvSpPr txBox="1"/>
          <p:nvPr/>
        </p:nvSpPr>
        <p:spPr>
          <a:xfrm>
            <a:off x="3937325" y="286778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/>
          </a:p>
        </p:txBody>
      </p:sp>
      <p:sp>
        <p:nvSpPr>
          <p:cNvPr id="4235" name="TextBox 4234">
            <a:extLst>
              <a:ext uri="{FF2B5EF4-FFF2-40B4-BE49-F238E27FC236}">
                <a16:creationId xmlns:a16="http://schemas.microsoft.com/office/drawing/2014/main" id="{8F93EC04-9FA4-48B8-7D79-064C06A41974}"/>
              </a:ext>
            </a:extLst>
          </p:cNvPr>
          <p:cNvSpPr txBox="1"/>
          <p:nvPr/>
        </p:nvSpPr>
        <p:spPr>
          <a:xfrm>
            <a:off x="3937324" y="339667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4236" name="TextBox 4235">
            <a:extLst>
              <a:ext uri="{FF2B5EF4-FFF2-40B4-BE49-F238E27FC236}">
                <a16:creationId xmlns:a16="http://schemas.microsoft.com/office/drawing/2014/main" id="{5B3541A5-6978-CE47-2156-709DD989F92B}"/>
              </a:ext>
            </a:extLst>
          </p:cNvPr>
          <p:cNvSpPr txBox="1"/>
          <p:nvPr/>
        </p:nvSpPr>
        <p:spPr>
          <a:xfrm>
            <a:off x="3884436" y="377278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37" name="TextBox 4236">
            <a:extLst>
              <a:ext uri="{FF2B5EF4-FFF2-40B4-BE49-F238E27FC236}">
                <a16:creationId xmlns:a16="http://schemas.microsoft.com/office/drawing/2014/main" id="{32800C7E-76AA-2DE0-B16C-0FA1AA22D18F}"/>
              </a:ext>
            </a:extLst>
          </p:cNvPr>
          <p:cNvSpPr txBox="1"/>
          <p:nvPr/>
        </p:nvSpPr>
        <p:spPr>
          <a:xfrm>
            <a:off x="3884435" y="427229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238" name="TextBox 4237">
            <a:extLst>
              <a:ext uri="{FF2B5EF4-FFF2-40B4-BE49-F238E27FC236}">
                <a16:creationId xmlns:a16="http://schemas.microsoft.com/office/drawing/2014/main" id="{A07D9809-4154-4DB1-4B62-537788707D08}"/>
              </a:ext>
            </a:extLst>
          </p:cNvPr>
          <p:cNvSpPr txBox="1"/>
          <p:nvPr/>
        </p:nvSpPr>
        <p:spPr>
          <a:xfrm>
            <a:off x="3884435" y="484232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239" name="TextBox 4238">
            <a:extLst>
              <a:ext uri="{FF2B5EF4-FFF2-40B4-BE49-F238E27FC236}">
                <a16:creationId xmlns:a16="http://schemas.microsoft.com/office/drawing/2014/main" id="{99178EE3-3A3A-6097-86FB-1A02F73B61EA}"/>
              </a:ext>
            </a:extLst>
          </p:cNvPr>
          <p:cNvSpPr txBox="1"/>
          <p:nvPr/>
        </p:nvSpPr>
        <p:spPr>
          <a:xfrm>
            <a:off x="4548492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40" name="TextBox 4239">
            <a:extLst>
              <a:ext uri="{FF2B5EF4-FFF2-40B4-BE49-F238E27FC236}">
                <a16:creationId xmlns:a16="http://schemas.microsoft.com/office/drawing/2014/main" id="{14962302-7C16-80B1-7C72-6F5878FD42E5}"/>
              </a:ext>
            </a:extLst>
          </p:cNvPr>
          <p:cNvSpPr txBox="1"/>
          <p:nvPr/>
        </p:nvSpPr>
        <p:spPr>
          <a:xfrm>
            <a:off x="4548491" y="1857006"/>
            <a:ext cx="5053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241" name="TextBox 4240">
            <a:extLst>
              <a:ext uri="{FF2B5EF4-FFF2-40B4-BE49-F238E27FC236}">
                <a16:creationId xmlns:a16="http://schemas.microsoft.com/office/drawing/2014/main" id="{FD167D81-6585-1371-A2C0-EDE7665E49EC}"/>
              </a:ext>
            </a:extLst>
          </p:cNvPr>
          <p:cNvSpPr txBox="1"/>
          <p:nvPr/>
        </p:nvSpPr>
        <p:spPr>
          <a:xfrm>
            <a:off x="4495603" y="235064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42" name="TextBox 4241">
            <a:extLst>
              <a:ext uri="{FF2B5EF4-FFF2-40B4-BE49-F238E27FC236}">
                <a16:creationId xmlns:a16="http://schemas.microsoft.com/office/drawing/2014/main" id="{9EEF233D-B9E1-6047-D1C6-725B61C46BBD}"/>
              </a:ext>
            </a:extLst>
          </p:cNvPr>
          <p:cNvSpPr txBox="1"/>
          <p:nvPr/>
        </p:nvSpPr>
        <p:spPr>
          <a:xfrm>
            <a:off x="4495602" y="2867784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4243" name="TextBox 4242">
            <a:extLst>
              <a:ext uri="{FF2B5EF4-FFF2-40B4-BE49-F238E27FC236}">
                <a16:creationId xmlns:a16="http://schemas.microsoft.com/office/drawing/2014/main" id="{790EB581-CA48-CA22-BEF5-1F9C9FAE7D10}"/>
              </a:ext>
            </a:extLst>
          </p:cNvPr>
          <p:cNvSpPr txBox="1"/>
          <p:nvPr/>
        </p:nvSpPr>
        <p:spPr>
          <a:xfrm>
            <a:off x="4571999" y="3396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54</a:t>
            </a:r>
          </a:p>
        </p:txBody>
      </p:sp>
      <p:sp>
        <p:nvSpPr>
          <p:cNvPr id="4244" name="TextBox 4243">
            <a:extLst>
              <a:ext uri="{FF2B5EF4-FFF2-40B4-BE49-F238E27FC236}">
                <a16:creationId xmlns:a16="http://schemas.microsoft.com/office/drawing/2014/main" id="{EB280B58-9F3B-45DD-B1FA-A1F4A91F9E49}"/>
              </a:ext>
            </a:extLst>
          </p:cNvPr>
          <p:cNvSpPr txBox="1"/>
          <p:nvPr/>
        </p:nvSpPr>
        <p:spPr>
          <a:xfrm>
            <a:off x="4495602" y="377278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4245" name="TextBox 4244">
            <a:extLst>
              <a:ext uri="{FF2B5EF4-FFF2-40B4-BE49-F238E27FC236}">
                <a16:creationId xmlns:a16="http://schemas.microsoft.com/office/drawing/2014/main" id="{6C4D14DE-8A43-96D9-1A52-D51806B1B179}"/>
              </a:ext>
            </a:extLst>
          </p:cNvPr>
          <p:cNvSpPr txBox="1"/>
          <p:nvPr/>
        </p:nvSpPr>
        <p:spPr>
          <a:xfrm>
            <a:off x="4548492" y="436044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246" name="TextBox 4245">
            <a:extLst>
              <a:ext uri="{FF2B5EF4-FFF2-40B4-BE49-F238E27FC236}">
                <a16:creationId xmlns:a16="http://schemas.microsoft.com/office/drawing/2014/main" id="{1D3C860A-DA16-2FF2-9B3C-94CB71BF0869}"/>
              </a:ext>
            </a:extLst>
          </p:cNvPr>
          <p:cNvSpPr txBox="1"/>
          <p:nvPr/>
        </p:nvSpPr>
        <p:spPr>
          <a:xfrm>
            <a:off x="4571998" y="484232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247" name="TextBox 4246">
            <a:extLst>
              <a:ext uri="{FF2B5EF4-FFF2-40B4-BE49-F238E27FC236}">
                <a16:creationId xmlns:a16="http://schemas.microsoft.com/office/drawing/2014/main" id="{C5A6D756-C1A5-20FA-1CE2-781BD5C30A06}"/>
              </a:ext>
            </a:extLst>
          </p:cNvPr>
          <p:cNvSpPr txBox="1"/>
          <p:nvPr/>
        </p:nvSpPr>
        <p:spPr>
          <a:xfrm>
            <a:off x="5218425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248" name="TextBox 4247">
            <a:extLst>
              <a:ext uri="{FF2B5EF4-FFF2-40B4-BE49-F238E27FC236}">
                <a16:creationId xmlns:a16="http://schemas.microsoft.com/office/drawing/2014/main" id="{DA62E507-2EB0-2E29-3392-7D4F8A43579C}"/>
              </a:ext>
            </a:extLst>
          </p:cNvPr>
          <p:cNvSpPr txBox="1"/>
          <p:nvPr/>
        </p:nvSpPr>
        <p:spPr>
          <a:xfrm>
            <a:off x="5770825" y="530069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249" name="TextBox 4248">
            <a:extLst>
              <a:ext uri="{FF2B5EF4-FFF2-40B4-BE49-F238E27FC236}">
                <a16:creationId xmlns:a16="http://schemas.microsoft.com/office/drawing/2014/main" id="{8AD6C975-9049-5127-C144-CBDF3BE5238E}"/>
              </a:ext>
            </a:extLst>
          </p:cNvPr>
          <p:cNvSpPr txBox="1"/>
          <p:nvPr/>
        </p:nvSpPr>
        <p:spPr>
          <a:xfrm>
            <a:off x="6376116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250" name="TextBox 4249">
            <a:extLst>
              <a:ext uri="{FF2B5EF4-FFF2-40B4-BE49-F238E27FC236}">
                <a16:creationId xmlns:a16="http://schemas.microsoft.com/office/drawing/2014/main" id="{B5CCF043-4711-A7FE-DE06-8175BBA6E3D5}"/>
              </a:ext>
            </a:extLst>
          </p:cNvPr>
          <p:cNvSpPr txBox="1"/>
          <p:nvPr/>
        </p:nvSpPr>
        <p:spPr>
          <a:xfrm>
            <a:off x="6987283" y="530069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251" name="TextBox 4250">
            <a:extLst>
              <a:ext uri="{FF2B5EF4-FFF2-40B4-BE49-F238E27FC236}">
                <a16:creationId xmlns:a16="http://schemas.microsoft.com/office/drawing/2014/main" id="{679906DC-6EA4-63F6-F5F0-6772E28523F1}"/>
              </a:ext>
            </a:extLst>
          </p:cNvPr>
          <p:cNvSpPr txBox="1"/>
          <p:nvPr/>
        </p:nvSpPr>
        <p:spPr>
          <a:xfrm>
            <a:off x="7592574" y="530069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76</a:t>
            </a:r>
          </a:p>
        </p:txBody>
      </p:sp>
      <p:sp>
        <p:nvSpPr>
          <p:cNvPr id="4252" name="TextBox 4251">
            <a:extLst>
              <a:ext uri="{FF2B5EF4-FFF2-40B4-BE49-F238E27FC236}">
                <a16:creationId xmlns:a16="http://schemas.microsoft.com/office/drawing/2014/main" id="{15699443-1651-5E39-AF1B-EF20104A13AA}"/>
              </a:ext>
            </a:extLst>
          </p:cNvPr>
          <p:cNvSpPr txBox="1"/>
          <p:nvPr/>
        </p:nvSpPr>
        <p:spPr>
          <a:xfrm>
            <a:off x="5159658" y="484232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253" name="TextBox 4252">
            <a:extLst>
              <a:ext uri="{FF2B5EF4-FFF2-40B4-BE49-F238E27FC236}">
                <a16:creationId xmlns:a16="http://schemas.microsoft.com/office/drawing/2014/main" id="{4B7E3B0E-3F72-9315-6D33-10BD1C4145CD}"/>
              </a:ext>
            </a:extLst>
          </p:cNvPr>
          <p:cNvSpPr txBox="1"/>
          <p:nvPr/>
        </p:nvSpPr>
        <p:spPr>
          <a:xfrm>
            <a:off x="5770826" y="4842323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254" name="TextBox 4253">
            <a:extLst>
              <a:ext uri="{FF2B5EF4-FFF2-40B4-BE49-F238E27FC236}">
                <a16:creationId xmlns:a16="http://schemas.microsoft.com/office/drawing/2014/main" id="{89EA8DCB-697F-1EFE-78C2-6D02E7963AD2}"/>
              </a:ext>
            </a:extLst>
          </p:cNvPr>
          <p:cNvSpPr txBox="1"/>
          <p:nvPr/>
        </p:nvSpPr>
        <p:spPr>
          <a:xfrm>
            <a:off x="6376116" y="484232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255" name="TextBox 4254">
            <a:extLst>
              <a:ext uri="{FF2B5EF4-FFF2-40B4-BE49-F238E27FC236}">
                <a16:creationId xmlns:a16="http://schemas.microsoft.com/office/drawing/2014/main" id="{357ADEEC-AD2B-7F2D-93C4-0B460C9D48C0}"/>
              </a:ext>
            </a:extLst>
          </p:cNvPr>
          <p:cNvSpPr txBox="1"/>
          <p:nvPr/>
        </p:nvSpPr>
        <p:spPr>
          <a:xfrm>
            <a:off x="5159658" y="436044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4256" name="TextBox 4255">
            <a:extLst>
              <a:ext uri="{FF2B5EF4-FFF2-40B4-BE49-F238E27FC236}">
                <a16:creationId xmlns:a16="http://schemas.microsoft.com/office/drawing/2014/main" id="{CD5E84DD-1E3B-F416-364C-AAF73CC1FB39}"/>
              </a:ext>
            </a:extLst>
          </p:cNvPr>
          <p:cNvSpPr txBox="1"/>
          <p:nvPr/>
        </p:nvSpPr>
        <p:spPr>
          <a:xfrm>
            <a:off x="5106768" y="389031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257" name="TextBox 4256">
            <a:extLst>
              <a:ext uri="{FF2B5EF4-FFF2-40B4-BE49-F238E27FC236}">
                <a16:creationId xmlns:a16="http://schemas.microsoft.com/office/drawing/2014/main" id="{EF1CAD5B-8D3E-BD53-EE7C-619B1A3B3D48}"/>
              </a:ext>
            </a:extLst>
          </p:cNvPr>
          <p:cNvSpPr txBox="1"/>
          <p:nvPr/>
        </p:nvSpPr>
        <p:spPr>
          <a:xfrm>
            <a:off x="5159658" y="3396678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54</a:t>
            </a:r>
          </a:p>
        </p:txBody>
      </p:sp>
      <p:sp>
        <p:nvSpPr>
          <p:cNvPr id="4258" name="TextBox 4257">
            <a:extLst>
              <a:ext uri="{FF2B5EF4-FFF2-40B4-BE49-F238E27FC236}">
                <a16:creationId xmlns:a16="http://schemas.microsoft.com/office/drawing/2014/main" id="{D79A303B-9BD0-3DA7-B2AD-8D55115EBCA5}"/>
              </a:ext>
            </a:extLst>
          </p:cNvPr>
          <p:cNvSpPr txBox="1"/>
          <p:nvPr/>
        </p:nvSpPr>
        <p:spPr>
          <a:xfrm>
            <a:off x="5212547" y="2867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4259" name="TextBox 4258">
            <a:extLst>
              <a:ext uri="{FF2B5EF4-FFF2-40B4-BE49-F238E27FC236}">
                <a16:creationId xmlns:a16="http://schemas.microsoft.com/office/drawing/2014/main" id="{77CAC720-6B8D-237F-4EE8-1A8020D52C49}"/>
              </a:ext>
            </a:extLst>
          </p:cNvPr>
          <p:cNvSpPr txBox="1"/>
          <p:nvPr/>
        </p:nvSpPr>
        <p:spPr>
          <a:xfrm>
            <a:off x="5159658" y="235064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60" name="TextBox 4259">
            <a:extLst>
              <a:ext uri="{FF2B5EF4-FFF2-40B4-BE49-F238E27FC236}">
                <a16:creationId xmlns:a16="http://schemas.microsoft.com/office/drawing/2014/main" id="{489316DA-4D39-7DF0-73CF-82776D5E2939}"/>
              </a:ext>
            </a:extLst>
          </p:cNvPr>
          <p:cNvSpPr txBox="1"/>
          <p:nvPr/>
        </p:nvSpPr>
        <p:spPr>
          <a:xfrm>
            <a:off x="5159658" y="190401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61" name="TextBox 4260">
            <a:extLst>
              <a:ext uri="{FF2B5EF4-FFF2-40B4-BE49-F238E27FC236}">
                <a16:creationId xmlns:a16="http://schemas.microsoft.com/office/drawing/2014/main" id="{E10DECA6-E411-4435-6AB3-4CBFAC1E6A14}"/>
              </a:ext>
            </a:extLst>
          </p:cNvPr>
          <p:cNvSpPr txBox="1"/>
          <p:nvPr/>
        </p:nvSpPr>
        <p:spPr>
          <a:xfrm>
            <a:off x="5770825" y="190401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62" name="TextBox 4261">
            <a:extLst>
              <a:ext uri="{FF2B5EF4-FFF2-40B4-BE49-F238E27FC236}">
                <a16:creationId xmlns:a16="http://schemas.microsoft.com/office/drawing/2014/main" id="{82AFBC62-731D-F784-81A0-279473A4CE76}"/>
              </a:ext>
            </a:extLst>
          </p:cNvPr>
          <p:cNvSpPr txBox="1"/>
          <p:nvPr/>
        </p:nvSpPr>
        <p:spPr>
          <a:xfrm>
            <a:off x="5723812" y="235064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63" name="TextBox 4262">
            <a:extLst>
              <a:ext uri="{FF2B5EF4-FFF2-40B4-BE49-F238E27FC236}">
                <a16:creationId xmlns:a16="http://schemas.microsoft.com/office/drawing/2014/main" id="{7FF3D6B3-DC83-C829-40CA-FFC9C0A90F11}"/>
              </a:ext>
            </a:extLst>
          </p:cNvPr>
          <p:cNvSpPr txBox="1"/>
          <p:nvPr/>
        </p:nvSpPr>
        <p:spPr>
          <a:xfrm>
            <a:off x="5723812" y="2867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4264" name="TextBox 4263">
            <a:extLst>
              <a:ext uri="{FF2B5EF4-FFF2-40B4-BE49-F238E27FC236}">
                <a16:creationId xmlns:a16="http://schemas.microsoft.com/office/drawing/2014/main" id="{29E057F4-DBE7-A666-BB6E-A9FC697E8B22}"/>
              </a:ext>
            </a:extLst>
          </p:cNvPr>
          <p:cNvSpPr txBox="1"/>
          <p:nvPr/>
        </p:nvSpPr>
        <p:spPr>
          <a:xfrm>
            <a:off x="5723811" y="3396676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4265" name="TextBox 4264">
            <a:extLst>
              <a:ext uri="{FF2B5EF4-FFF2-40B4-BE49-F238E27FC236}">
                <a16:creationId xmlns:a16="http://schemas.microsoft.com/office/drawing/2014/main" id="{AB9A7616-F97D-7259-9E97-0623F3B4A8DD}"/>
              </a:ext>
            </a:extLst>
          </p:cNvPr>
          <p:cNvSpPr txBox="1"/>
          <p:nvPr/>
        </p:nvSpPr>
        <p:spPr>
          <a:xfrm>
            <a:off x="5770825" y="377278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4266" name="TextBox 4265">
            <a:extLst>
              <a:ext uri="{FF2B5EF4-FFF2-40B4-BE49-F238E27FC236}">
                <a16:creationId xmlns:a16="http://schemas.microsoft.com/office/drawing/2014/main" id="{CAB32EB2-0238-CEB7-CBF1-10296CABFE6A}"/>
              </a:ext>
            </a:extLst>
          </p:cNvPr>
          <p:cNvSpPr txBox="1"/>
          <p:nvPr/>
        </p:nvSpPr>
        <p:spPr>
          <a:xfrm>
            <a:off x="5770824" y="436044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4267" name="TextBox 4266">
            <a:extLst>
              <a:ext uri="{FF2B5EF4-FFF2-40B4-BE49-F238E27FC236}">
                <a16:creationId xmlns:a16="http://schemas.microsoft.com/office/drawing/2014/main" id="{25F5B388-3A3A-FADE-7D6D-9D6F8189DF03}"/>
              </a:ext>
            </a:extLst>
          </p:cNvPr>
          <p:cNvSpPr txBox="1"/>
          <p:nvPr/>
        </p:nvSpPr>
        <p:spPr>
          <a:xfrm>
            <a:off x="6376115" y="190401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68" name="TextBox 4267">
            <a:extLst>
              <a:ext uri="{FF2B5EF4-FFF2-40B4-BE49-F238E27FC236}">
                <a16:creationId xmlns:a16="http://schemas.microsoft.com/office/drawing/2014/main" id="{7EB85D25-4D6E-FD3F-5900-2135562B8C89}"/>
              </a:ext>
            </a:extLst>
          </p:cNvPr>
          <p:cNvSpPr txBox="1"/>
          <p:nvPr/>
        </p:nvSpPr>
        <p:spPr>
          <a:xfrm>
            <a:off x="6376115" y="2491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4269" name="TextBox 4268">
            <a:extLst>
              <a:ext uri="{FF2B5EF4-FFF2-40B4-BE49-F238E27FC236}">
                <a16:creationId xmlns:a16="http://schemas.microsoft.com/office/drawing/2014/main" id="{25559207-281C-35F2-321C-614E3504D311}"/>
              </a:ext>
            </a:extLst>
          </p:cNvPr>
          <p:cNvSpPr txBox="1"/>
          <p:nvPr/>
        </p:nvSpPr>
        <p:spPr>
          <a:xfrm>
            <a:off x="6429004" y="2867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4270" name="TextBox 4269">
            <a:extLst>
              <a:ext uri="{FF2B5EF4-FFF2-40B4-BE49-F238E27FC236}">
                <a16:creationId xmlns:a16="http://schemas.microsoft.com/office/drawing/2014/main" id="{3779CB9D-B708-2FEA-AA90-0744604C689D}"/>
              </a:ext>
            </a:extLst>
          </p:cNvPr>
          <p:cNvSpPr txBox="1"/>
          <p:nvPr/>
        </p:nvSpPr>
        <p:spPr>
          <a:xfrm>
            <a:off x="6376115" y="339667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22</a:t>
            </a:r>
          </a:p>
        </p:txBody>
      </p:sp>
      <p:sp>
        <p:nvSpPr>
          <p:cNvPr id="4271" name="TextBox 4270">
            <a:extLst>
              <a:ext uri="{FF2B5EF4-FFF2-40B4-BE49-F238E27FC236}">
                <a16:creationId xmlns:a16="http://schemas.microsoft.com/office/drawing/2014/main" id="{7B41883E-20B3-F7C3-DAE7-2311CEA343D2}"/>
              </a:ext>
            </a:extLst>
          </p:cNvPr>
          <p:cNvSpPr txBox="1"/>
          <p:nvPr/>
        </p:nvSpPr>
        <p:spPr>
          <a:xfrm>
            <a:off x="6376115" y="389031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272" name="TextBox 4271">
            <a:extLst>
              <a:ext uri="{FF2B5EF4-FFF2-40B4-BE49-F238E27FC236}">
                <a16:creationId xmlns:a16="http://schemas.microsoft.com/office/drawing/2014/main" id="{FE06EF90-36F9-80D5-652C-8CC9C4EA5C34}"/>
              </a:ext>
            </a:extLst>
          </p:cNvPr>
          <p:cNvSpPr txBox="1"/>
          <p:nvPr/>
        </p:nvSpPr>
        <p:spPr>
          <a:xfrm>
            <a:off x="6376115" y="436044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273" name="TextBox 4272">
            <a:extLst>
              <a:ext uri="{FF2B5EF4-FFF2-40B4-BE49-F238E27FC236}">
                <a16:creationId xmlns:a16="http://schemas.microsoft.com/office/drawing/2014/main" id="{4BD4D2D3-D281-D8BE-42DD-CB3C3CAD4F97}"/>
              </a:ext>
            </a:extLst>
          </p:cNvPr>
          <p:cNvSpPr txBox="1"/>
          <p:nvPr/>
        </p:nvSpPr>
        <p:spPr>
          <a:xfrm>
            <a:off x="6934392" y="484232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75" name="TextBox 4274">
            <a:extLst>
              <a:ext uri="{FF2B5EF4-FFF2-40B4-BE49-F238E27FC236}">
                <a16:creationId xmlns:a16="http://schemas.microsoft.com/office/drawing/2014/main" id="{62A1B18A-506F-C135-63B1-EA3EF107FE32}"/>
              </a:ext>
            </a:extLst>
          </p:cNvPr>
          <p:cNvSpPr txBox="1"/>
          <p:nvPr/>
        </p:nvSpPr>
        <p:spPr>
          <a:xfrm>
            <a:off x="7592572" y="484232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276" name="TextBox 4275">
            <a:extLst>
              <a:ext uri="{FF2B5EF4-FFF2-40B4-BE49-F238E27FC236}">
                <a16:creationId xmlns:a16="http://schemas.microsoft.com/office/drawing/2014/main" id="{B7A13099-30D7-3826-6569-63EBD097334A}"/>
              </a:ext>
            </a:extLst>
          </p:cNvPr>
          <p:cNvSpPr txBox="1"/>
          <p:nvPr/>
        </p:nvSpPr>
        <p:spPr>
          <a:xfrm>
            <a:off x="6934393" y="190401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4277" name="TextBox 4276">
            <a:extLst>
              <a:ext uri="{FF2B5EF4-FFF2-40B4-BE49-F238E27FC236}">
                <a16:creationId xmlns:a16="http://schemas.microsoft.com/office/drawing/2014/main" id="{4EFC4094-6A6A-8014-2FB5-7BC549D69566}"/>
              </a:ext>
            </a:extLst>
          </p:cNvPr>
          <p:cNvSpPr txBox="1"/>
          <p:nvPr/>
        </p:nvSpPr>
        <p:spPr>
          <a:xfrm>
            <a:off x="6934392" y="2491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4278" name="TextBox 4277">
            <a:extLst>
              <a:ext uri="{FF2B5EF4-FFF2-40B4-BE49-F238E27FC236}">
                <a16:creationId xmlns:a16="http://schemas.microsoft.com/office/drawing/2014/main" id="{B5D5AD1E-89F3-2CBD-E91E-96268B0ADC63}"/>
              </a:ext>
            </a:extLst>
          </p:cNvPr>
          <p:cNvSpPr txBox="1"/>
          <p:nvPr/>
        </p:nvSpPr>
        <p:spPr>
          <a:xfrm>
            <a:off x="6987282" y="2867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4279" name="TextBox 4278">
            <a:extLst>
              <a:ext uri="{FF2B5EF4-FFF2-40B4-BE49-F238E27FC236}">
                <a16:creationId xmlns:a16="http://schemas.microsoft.com/office/drawing/2014/main" id="{40E03E0E-71F8-EF37-853B-1FAD4BD9733D}"/>
              </a:ext>
            </a:extLst>
          </p:cNvPr>
          <p:cNvSpPr txBox="1"/>
          <p:nvPr/>
        </p:nvSpPr>
        <p:spPr>
          <a:xfrm>
            <a:off x="6987282" y="339667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80" name="TextBox 4279">
            <a:extLst>
              <a:ext uri="{FF2B5EF4-FFF2-40B4-BE49-F238E27FC236}">
                <a16:creationId xmlns:a16="http://schemas.microsoft.com/office/drawing/2014/main" id="{075D4896-0A8D-47E0-5B38-32DB707FFFD3}"/>
              </a:ext>
            </a:extLst>
          </p:cNvPr>
          <p:cNvSpPr txBox="1"/>
          <p:nvPr/>
        </p:nvSpPr>
        <p:spPr>
          <a:xfrm>
            <a:off x="6934392" y="389031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281" name="TextBox 4280">
            <a:extLst>
              <a:ext uri="{FF2B5EF4-FFF2-40B4-BE49-F238E27FC236}">
                <a16:creationId xmlns:a16="http://schemas.microsoft.com/office/drawing/2014/main" id="{E6D637CD-4571-8079-06AA-BD4836EFA1DC}"/>
              </a:ext>
            </a:extLst>
          </p:cNvPr>
          <p:cNvSpPr txBox="1"/>
          <p:nvPr/>
        </p:nvSpPr>
        <p:spPr>
          <a:xfrm>
            <a:off x="6934393" y="436044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4282" name="TextBox 4281">
            <a:extLst>
              <a:ext uri="{FF2B5EF4-FFF2-40B4-BE49-F238E27FC236}">
                <a16:creationId xmlns:a16="http://schemas.microsoft.com/office/drawing/2014/main" id="{19803E2C-F114-D4F5-1630-8C6B7982246F}"/>
              </a:ext>
            </a:extLst>
          </p:cNvPr>
          <p:cNvSpPr txBox="1"/>
          <p:nvPr/>
        </p:nvSpPr>
        <p:spPr>
          <a:xfrm>
            <a:off x="7592573" y="1857005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4283" name="TextBox 4282">
            <a:extLst>
              <a:ext uri="{FF2B5EF4-FFF2-40B4-BE49-F238E27FC236}">
                <a16:creationId xmlns:a16="http://schemas.microsoft.com/office/drawing/2014/main" id="{BB2037F8-1BFB-5F9C-3B62-3EF187AFAAAA}"/>
              </a:ext>
            </a:extLst>
          </p:cNvPr>
          <p:cNvSpPr txBox="1"/>
          <p:nvPr/>
        </p:nvSpPr>
        <p:spPr>
          <a:xfrm>
            <a:off x="7545560" y="2491679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4284" name="TextBox 4283">
            <a:extLst>
              <a:ext uri="{FF2B5EF4-FFF2-40B4-BE49-F238E27FC236}">
                <a16:creationId xmlns:a16="http://schemas.microsoft.com/office/drawing/2014/main" id="{591536EE-5AF9-77CC-C5A0-79FCC15136A4}"/>
              </a:ext>
            </a:extLst>
          </p:cNvPr>
          <p:cNvSpPr txBox="1"/>
          <p:nvPr/>
        </p:nvSpPr>
        <p:spPr>
          <a:xfrm>
            <a:off x="7645462" y="2867782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4285" name="TextBox 4284">
            <a:extLst>
              <a:ext uri="{FF2B5EF4-FFF2-40B4-BE49-F238E27FC236}">
                <a16:creationId xmlns:a16="http://schemas.microsoft.com/office/drawing/2014/main" id="{3405C597-848B-B558-6489-2EA1ED99FC34}"/>
              </a:ext>
            </a:extLst>
          </p:cNvPr>
          <p:cNvSpPr txBox="1"/>
          <p:nvPr/>
        </p:nvSpPr>
        <p:spPr>
          <a:xfrm>
            <a:off x="7592573" y="3396677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286" name="TextBox 4285">
            <a:extLst>
              <a:ext uri="{FF2B5EF4-FFF2-40B4-BE49-F238E27FC236}">
                <a16:creationId xmlns:a16="http://schemas.microsoft.com/office/drawing/2014/main" id="{5BB2EE35-5943-9ACB-8CB7-0C8DC1D75AF0}"/>
              </a:ext>
            </a:extLst>
          </p:cNvPr>
          <p:cNvSpPr txBox="1"/>
          <p:nvPr/>
        </p:nvSpPr>
        <p:spPr>
          <a:xfrm>
            <a:off x="7592573" y="3890311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287" name="TextBox 4286">
            <a:extLst>
              <a:ext uri="{FF2B5EF4-FFF2-40B4-BE49-F238E27FC236}">
                <a16:creationId xmlns:a16="http://schemas.microsoft.com/office/drawing/2014/main" id="{10F36A89-12BF-6B7C-91D6-1EE5A9571E00}"/>
              </a:ext>
            </a:extLst>
          </p:cNvPr>
          <p:cNvSpPr txBox="1"/>
          <p:nvPr/>
        </p:nvSpPr>
        <p:spPr>
          <a:xfrm>
            <a:off x="7592572" y="4360440"/>
            <a:ext cx="505388" cy="37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B1F9DD4D-AB1B-E0E0-7B23-411ED81E625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752600"/>
            <a:ext cx="609600" cy="4876800"/>
            <a:chOff x="480" y="1152"/>
            <a:chExt cx="384" cy="3072"/>
          </a:xfrm>
        </p:grpSpPr>
        <p:sp>
          <p:nvSpPr>
            <p:cNvPr id="5245" name="Line 3">
              <a:extLst>
                <a:ext uri="{FF2B5EF4-FFF2-40B4-BE49-F238E27FC236}">
                  <a16:creationId xmlns:a16="http://schemas.microsoft.com/office/drawing/2014/main" id="{5B6A409B-CB27-AFE2-AB40-F388591FD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6" name="Rectangle 4">
              <a:extLst>
                <a:ext uri="{FF2B5EF4-FFF2-40B4-BE49-F238E27FC236}">
                  <a16:creationId xmlns:a16="http://schemas.microsoft.com/office/drawing/2014/main" id="{24139C45-478A-349B-1BFF-B1564315B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47" name="Line 5">
              <a:extLst>
                <a:ext uri="{FF2B5EF4-FFF2-40B4-BE49-F238E27FC236}">
                  <a16:creationId xmlns:a16="http://schemas.microsoft.com/office/drawing/2014/main" id="{65640EA1-94BF-E01D-1CFC-82777A19C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8" name="Line 6">
              <a:extLst>
                <a:ext uri="{FF2B5EF4-FFF2-40B4-BE49-F238E27FC236}">
                  <a16:creationId xmlns:a16="http://schemas.microsoft.com/office/drawing/2014/main" id="{8B2A5B5C-E316-9409-0363-69FD642D5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9" name="Line 7">
              <a:extLst>
                <a:ext uri="{FF2B5EF4-FFF2-40B4-BE49-F238E27FC236}">
                  <a16:creationId xmlns:a16="http://schemas.microsoft.com/office/drawing/2014/main" id="{3D5200D8-62FC-E095-F659-ECA870890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0" name="Line 8">
              <a:extLst>
                <a:ext uri="{FF2B5EF4-FFF2-40B4-BE49-F238E27FC236}">
                  <a16:creationId xmlns:a16="http://schemas.microsoft.com/office/drawing/2014/main" id="{BF3306AA-CF74-B9E7-5BA0-BE94C19B2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1" name="Line 9">
              <a:extLst>
                <a:ext uri="{FF2B5EF4-FFF2-40B4-BE49-F238E27FC236}">
                  <a16:creationId xmlns:a16="http://schemas.microsoft.com/office/drawing/2014/main" id="{CAD80406-0DE2-C6D0-E1AA-45F90DEB8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2" name="Line 10">
              <a:extLst>
                <a:ext uri="{FF2B5EF4-FFF2-40B4-BE49-F238E27FC236}">
                  <a16:creationId xmlns:a16="http://schemas.microsoft.com/office/drawing/2014/main" id="{B2595C1C-BC94-C5B0-401F-10036C169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3" name="Line 11">
              <a:extLst>
                <a:ext uri="{FF2B5EF4-FFF2-40B4-BE49-F238E27FC236}">
                  <a16:creationId xmlns:a16="http://schemas.microsoft.com/office/drawing/2014/main" id="{D41AA51E-93E9-FA21-AA9E-F0CCC07B1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4" name="Line 12">
              <a:extLst>
                <a:ext uri="{FF2B5EF4-FFF2-40B4-BE49-F238E27FC236}">
                  <a16:creationId xmlns:a16="http://schemas.microsoft.com/office/drawing/2014/main" id="{CE4E80F2-C37D-606F-46C5-BE08C703E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3" name="Group 13">
            <a:extLst>
              <a:ext uri="{FF2B5EF4-FFF2-40B4-BE49-F238E27FC236}">
                <a16:creationId xmlns:a16="http://schemas.microsoft.com/office/drawing/2014/main" id="{8C4F5497-6E3D-65AC-9B62-5E1635623D2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52600"/>
            <a:ext cx="609600" cy="4876800"/>
            <a:chOff x="480" y="1152"/>
            <a:chExt cx="384" cy="3072"/>
          </a:xfrm>
        </p:grpSpPr>
        <p:sp>
          <p:nvSpPr>
            <p:cNvPr id="5235" name="Line 14">
              <a:extLst>
                <a:ext uri="{FF2B5EF4-FFF2-40B4-BE49-F238E27FC236}">
                  <a16:creationId xmlns:a16="http://schemas.microsoft.com/office/drawing/2014/main" id="{20B00C0B-515E-7F1E-DE90-E7C6225AB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6" name="Rectangle 15">
              <a:extLst>
                <a:ext uri="{FF2B5EF4-FFF2-40B4-BE49-F238E27FC236}">
                  <a16:creationId xmlns:a16="http://schemas.microsoft.com/office/drawing/2014/main" id="{A6DBC710-EE21-FB2C-18DE-77AAE2ED8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37" name="Line 16">
              <a:extLst>
                <a:ext uri="{FF2B5EF4-FFF2-40B4-BE49-F238E27FC236}">
                  <a16:creationId xmlns:a16="http://schemas.microsoft.com/office/drawing/2014/main" id="{E69CA075-953D-4A19-9E24-884BAB8CD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8" name="Line 17">
              <a:extLst>
                <a:ext uri="{FF2B5EF4-FFF2-40B4-BE49-F238E27FC236}">
                  <a16:creationId xmlns:a16="http://schemas.microsoft.com/office/drawing/2014/main" id="{BA3B20A8-8905-A6C1-4FEA-1A6AB49F9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9" name="Line 18">
              <a:extLst>
                <a:ext uri="{FF2B5EF4-FFF2-40B4-BE49-F238E27FC236}">
                  <a16:creationId xmlns:a16="http://schemas.microsoft.com/office/drawing/2014/main" id="{762E8A9A-C74C-3475-6AE9-1F6003699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0" name="Line 19">
              <a:extLst>
                <a:ext uri="{FF2B5EF4-FFF2-40B4-BE49-F238E27FC236}">
                  <a16:creationId xmlns:a16="http://schemas.microsoft.com/office/drawing/2014/main" id="{4A46EC2C-5DEB-5887-7562-6BD417F11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1" name="Line 20">
              <a:extLst>
                <a:ext uri="{FF2B5EF4-FFF2-40B4-BE49-F238E27FC236}">
                  <a16:creationId xmlns:a16="http://schemas.microsoft.com/office/drawing/2014/main" id="{D7D1F332-41A2-C781-1C0C-24A286267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2" name="Line 21">
              <a:extLst>
                <a:ext uri="{FF2B5EF4-FFF2-40B4-BE49-F238E27FC236}">
                  <a16:creationId xmlns:a16="http://schemas.microsoft.com/office/drawing/2014/main" id="{AD5A6767-9E94-6F1C-2063-0F3EB2829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3" name="Line 22">
              <a:extLst>
                <a:ext uri="{FF2B5EF4-FFF2-40B4-BE49-F238E27FC236}">
                  <a16:creationId xmlns:a16="http://schemas.microsoft.com/office/drawing/2014/main" id="{A6F14230-E2C4-2BAA-5238-F4A3DB59B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4" name="Line 23">
              <a:extLst>
                <a:ext uri="{FF2B5EF4-FFF2-40B4-BE49-F238E27FC236}">
                  <a16:creationId xmlns:a16="http://schemas.microsoft.com/office/drawing/2014/main" id="{23EFE178-65A7-64C0-DEF8-8DEA7C505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4" name="Group 24">
            <a:extLst>
              <a:ext uri="{FF2B5EF4-FFF2-40B4-BE49-F238E27FC236}">
                <a16:creationId xmlns:a16="http://schemas.microsoft.com/office/drawing/2014/main" id="{F7720041-3CEF-D06C-6F72-8517ED5B27B0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752600"/>
            <a:ext cx="609600" cy="4876800"/>
            <a:chOff x="480" y="1152"/>
            <a:chExt cx="384" cy="3072"/>
          </a:xfrm>
        </p:grpSpPr>
        <p:sp>
          <p:nvSpPr>
            <p:cNvPr id="5225" name="Line 25">
              <a:extLst>
                <a:ext uri="{FF2B5EF4-FFF2-40B4-BE49-F238E27FC236}">
                  <a16:creationId xmlns:a16="http://schemas.microsoft.com/office/drawing/2014/main" id="{EF7447DB-864C-9113-3AEB-806B113C3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" name="Rectangle 26">
              <a:extLst>
                <a:ext uri="{FF2B5EF4-FFF2-40B4-BE49-F238E27FC236}">
                  <a16:creationId xmlns:a16="http://schemas.microsoft.com/office/drawing/2014/main" id="{B48D67A0-F88D-F93B-9619-5056F6264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27" name="Line 27">
              <a:extLst>
                <a:ext uri="{FF2B5EF4-FFF2-40B4-BE49-F238E27FC236}">
                  <a16:creationId xmlns:a16="http://schemas.microsoft.com/office/drawing/2014/main" id="{704563C5-4BE4-3A56-44BD-AF87771CF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8" name="Line 28">
              <a:extLst>
                <a:ext uri="{FF2B5EF4-FFF2-40B4-BE49-F238E27FC236}">
                  <a16:creationId xmlns:a16="http://schemas.microsoft.com/office/drawing/2014/main" id="{A4FC745D-1F7B-85D9-B5A2-5F7698C2B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" name="Line 29">
              <a:extLst>
                <a:ext uri="{FF2B5EF4-FFF2-40B4-BE49-F238E27FC236}">
                  <a16:creationId xmlns:a16="http://schemas.microsoft.com/office/drawing/2014/main" id="{178E58FE-07C2-6F5D-3066-C39D9F4CC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0" name="Line 30">
              <a:extLst>
                <a:ext uri="{FF2B5EF4-FFF2-40B4-BE49-F238E27FC236}">
                  <a16:creationId xmlns:a16="http://schemas.microsoft.com/office/drawing/2014/main" id="{163BF6E9-55A4-2169-F07A-FA0FF0A7F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1" name="Line 31">
              <a:extLst>
                <a:ext uri="{FF2B5EF4-FFF2-40B4-BE49-F238E27FC236}">
                  <a16:creationId xmlns:a16="http://schemas.microsoft.com/office/drawing/2014/main" id="{8E611D43-64BC-06F2-CDCC-862D54A68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2" name="Line 32">
              <a:extLst>
                <a:ext uri="{FF2B5EF4-FFF2-40B4-BE49-F238E27FC236}">
                  <a16:creationId xmlns:a16="http://schemas.microsoft.com/office/drawing/2014/main" id="{4A5DAF2B-C4F3-1B36-A08E-F53D30439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3" name="Line 33">
              <a:extLst>
                <a:ext uri="{FF2B5EF4-FFF2-40B4-BE49-F238E27FC236}">
                  <a16:creationId xmlns:a16="http://schemas.microsoft.com/office/drawing/2014/main" id="{37F3A76E-067C-A094-1F95-77F8AFB60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4" name="Line 34">
              <a:extLst>
                <a:ext uri="{FF2B5EF4-FFF2-40B4-BE49-F238E27FC236}">
                  <a16:creationId xmlns:a16="http://schemas.microsoft.com/office/drawing/2014/main" id="{3BE44C6C-9538-1F2F-A943-79CAAA651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5" name="Group 35">
            <a:extLst>
              <a:ext uri="{FF2B5EF4-FFF2-40B4-BE49-F238E27FC236}">
                <a16:creationId xmlns:a16="http://schemas.microsoft.com/office/drawing/2014/main" id="{2733F6FB-5781-9466-73F6-AF2398B18775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752600"/>
            <a:ext cx="609600" cy="4876800"/>
            <a:chOff x="480" y="1152"/>
            <a:chExt cx="384" cy="3072"/>
          </a:xfrm>
        </p:grpSpPr>
        <p:sp>
          <p:nvSpPr>
            <p:cNvPr id="5215" name="Line 36">
              <a:extLst>
                <a:ext uri="{FF2B5EF4-FFF2-40B4-BE49-F238E27FC236}">
                  <a16:creationId xmlns:a16="http://schemas.microsoft.com/office/drawing/2014/main" id="{0BC295E6-A905-D4B3-5B20-6077512E4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6" name="Rectangle 37">
              <a:extLst>
                <a:ext uri="{FF2B5EF4-FFF2-40B4-BE49-F238E27FC236}">
                  <a16:creationId xmlns:a16="http://schemas.microsoft.com/office/drawing/2014/main" id="{F1AEE313-2DDD-4811-7D0F-1BA5F4D15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17" name="Line 38">
              <a:extLst>
                <a:ext uri="{FF2B5EF4-FFF2-40B4-BE49-F238E27FC236}">
                  <a16:creationId xmlns:a16="http://schemas.microsoft.com/office/drawing/2014/main" id="{56D69F96-7C10-1A0E-EAC8-DAB080E04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8" name="Line 39">
              <a:extLst>
                <a:ext uri="{FF2B5EF4-FFF2-40B4-BE49-F238E27FC236}">
                  <a16:creationId xmlns:a16="http://schemas.microsoft.com/office/drawing/2014/main" id="{31F872BD-A530-5496-E486-76E5D80E0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9" name="Line 40">
              <a:extLst>
                <a:ext uri="{FF2B5EF4-FFF2-40B4-BE49-F238E27FC236}">
                  <a16:creationId xmlns:a16="http://schemas.microsoft.com/office/drawing/2014/main" id="{E81B1E36-325E-CD58-DCA2-64D9A4CC5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0" name="Line 41">
              <a:extLst>
                <a:ext uri="{FF2B5EF4-FFF2-40B4-BE49-F238E27FC236}">
                  <a16:creationId xmlns:a16="http://schemas.microsoft.com/office/drawing/2014/main" id="{3C4C41FF-109F-1A6F-DA54-32A238815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1" name="Line 42">
              <a:extLst>
                <a:ext uri="{FF2B5EF4-FFF2-40B4-BE49-F238E27FC236}">
                  <a16:creationId xmlns:a16="http://schemas.microsoft.com/office/drawing/2014/main" id="{91AD7E29-9FB9-5A18-8972-ECE32EEC3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" name="Line 43">
              <a:extLst>
                <a:ext uri="{FF2B5EF4-FFF2-40B4-BE49-F238E27FC236}">
                  <a16:creationId xmlns:a16="http://schemas.microsoft.com/office/drawing/2014/main" id="{1F7EB349-1609-06ED-8007-D3F689F55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" name="Line 44">
              <a:extLst>
                <a:ext uri="{FF2B5EF4-FFF2-40B4-BE49-F238E27FC236}">
                  <a16:creationId xmlns:a16="http://schemas.microsoft.com/office/drawing/2014/main" id="{18276E2D-D1DA-EEF5-B7F5-A11D88B20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" name="Line 45">
              <a:extLst>
                <a:ext uri="{FF2B5EF4-FFF2-40B4-BE49-F238E27FC236}">
                  <a16:creationId xmlns:a16="http://schemas.microsoft.com/office/drawing/2014/main" id="{667E313C-6ED9-0B0B-D5AA-55501C28D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6" name="Group 46">
            <a:extLst>
              <a:ext uri="{FF2B5EF4-FFF2-40B4-BE49-F238E27FC236}">
                <a16:creationId xmlns:a16="http://schemas.microsoft.com/office/drawing/2014/main" id="{3104DEC9-6D6E-C88A-5930-DC53AB792CB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752600"/>
            <a:ext cx="609600" cy="4876800"/>
            <a:chOff x="480" y="1152"/>
            <a:chExt cx="384" cy="3072"/>
          </a:xfrm>
        </p:grpSpPr>
        <p:sp>
          <p:nvSpPr>
            <p:cNvPr id="5205" name="Line 47">
              <a:extLst>
                <a:ext uri="{FF2B5EF4-FFF2-40B4-BE49-F238E27FC236}">
                  <a16:creationId xmlns:a16="http://schemas.microsoft.com/office/drawing/2014/main" id="{7DED066F-D3ED-A19F-2A29-54CD08C5E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6" name="Rectangle 48">
              <a:extLst>
                <a:ext uri="{FF2B5EF4-FFF2-40B4-BE49-F238E27FC236}">
                  <a16:creationId xmlns:a16="http://schemas.microsoft.com/office/drawing/2014/main" id="{37D80EFF-5CF8-260F-D01B-6B9F57FBF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07" name="Line 49">
              <a:extLst>
                <a:ext uri="{FF2B5EF4-FFF2-40B4-BE49-F238E27FC236}">
                  <a16:creationId xmlns:a16="http://schemas.microsoft.com/office/drawing/2014/main" id="{FFAAF638-ECE8-190B-8BEC-877184600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8" name="Line 50">
              <a:extLst>
                <a:ext uri="{FF2B5EF4-FFF2-40B4-BE49-F238E27FC236}">
                  <a16:creationId xmlns:a16="http://schemas.microsoft.com/office/drawing/2014/main" id="{44CAEDA5-9A13-564C-6831-A8E3A0B42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9" name="Line 51">
              <a:extLst>
                <a:ext uri="{FF2B5EF4-FFF2-40B4-BE49-F238E27FC236}">
                  <a16:creationId xmlns:a16="http://schemas.microsoft.com/office/drawing/2014/main" id="{A6FBE8FE-BB50-8FA8-019B-32278318A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0" name="Line 52">
              <a:extLst>
                <a:ext uri="{FF2B5EF4-FFF2-40B4-BE49-F238E27FC236}">
                  <a16:creationId xmlns:a16="http://schemas.microsoft.com/office/drawing/2014/main" id="{22006459-1B3A-9660-D0FE-8CBBE4DC1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1" name="Line 53">
              <a:extLst>
                <a:ext uri="{FF2B5EF4-FFF2-40B4-BE49-F238E27FC236}">
                  <a16:creationId xmlns:a16="http://schemas.microsoft.com/office/drawing/2014/main" id="{1DF4B75B-6855-F63E-EA38-CAF05FB86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2" name="Line 54">
              <a:extLst>
                <a:ext uri="{FF2B5EF4-FFF2-40B4-BE49-F238E27FC236}">
                  <a16:creationId xmlns:a16="http://schemas.microsoft.com/office/drawing/2014/main" id="{26FA7E26-1FF9-C1AF-2964-AFE80EF79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3" name="Line 55">
              <a:extLst>
                <a:ext uri="{FF2B5EF4-FFF2-40B4-BE49-F238E27FC236}">
                  <a16:creationId xmlns:a16="http://schemas.microsoft.com/office/drawing/2014/main" id="{834DCA98-B18B-BCFB-3595-6E5FFC4D5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4" name="Line 56">
              <a:extLst>
                <a:ext uri="{FF2B5EF4-FFF2-40B4-BE49-F238E27FC236}">
                  <a16:creationId xmlns:a16="http://schemas.microsoft.com/office/drawing/2014/main" id="{8050C33F-ACE4-DD81-8139-ABD8D055E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7" name="Group 57">
            <a:extLst>
              <a:ext uri="{FF2B5EF4-FFF2-40B4-BE49-F238E27FC236}">
                <a16:creationId xmlns:a16="http://schemas.microsoft.com/office/drawing/2014/main" id="{0DBC273B-C000-D47C-3FD3-B3CBEDE3642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752600"/>
            <a:ext cx="609600" cy="4876800"/>
            <a:chOff x="480" y="1152"/>
            <a:chExt cx="384" cy="3072"/>
          </a:xfrm>
        </p:grpSpPr>
        <p:sp>
          <p:nvSpPr>
            <p:cNvPr id="5195" name="Line 58">
              <a:extLst>
                <a:ext uri="{FF2B5EF4-FFF2-40B4-BE49-F238E27FC236}">
                  <a16:creationId xmlns:a16="http://schemas.microsoft.com/office/drawing/2014/main" id="{97C62911-2730-50E7-5C61-16245E6E5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6" name="Rectangle 59">
              <a:extLst>
                <a:ext uri="{FF2B5EF4-FFF2-40B4-BE49-F238E27FC236}">
                  <a16:creationId xmlns:a16="http://schemas.microsoft.com/office/drawing/2014/main" id="{A71E35FA-543E-E18A-8A91-511C923F4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97" name="Line 60">
              <a:extLst>
                <a:ext uri="{FF2B5EF4-FFF2-40B4-BE49-F238E27FC236}">
                  <a16:creationId xmlns:a16="http://schemas.microsoft.com/office/drawing/2014/main" id="{77EA1045-A512-14B3-4552-B0973213E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8" name="Line 61">
              <a:extLst>
                <a:ext uri="{FF2B5EF4-FFF2-40B4-BE49-F238E27FC236}">
                  <a16:creationId xmlns:a16="http://schemas.microsoft.com/office/drawing/2014/main" id="{B96723F3-DA38-176A-D103-ACE99E557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9" name="Line 62">
              <a:extLst>
                <a:ext uri="{FF2B5EF4-FFF2-40B4-BE49-F238E27FC236}">
                  <a16:creationId xmlns:a16="http://schemas.microsoft.com/office/drawing/2014/main" id="{2CBB35C4-4B6A-17E8-2EF9-0F7DA884C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0" name="Line 63">
              <a:extLst>
                <a:ext uri="{FF2B5EF4-FFF2-40B4-BE49-F238E27FC236}">
                  <a16:creationId xmlns:a16="http://schemas.microsoft.com/office/drawing/2014/main" id="{14D893C8-85CF-61CF-3B50-7144A217F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" name="Line 64">
              <a:extLst>
                <a:ext uri="{FF2B5EF4-FFF2-40B4-BE49-F238E27FC236}">
                  <a16:creationId xmlns:a16="http://schemas.microsoft.com/office/drawing/2014/main" id="{94041B27-AF8F-0522-D2AA-7E371D3E7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2" name="Line 65">
              <a:extLst>
                <a:ext uri="{FF2B5EF4-FFF2-40B4-BE49-F238E27FC236}">
                  <a16:creationId xmlns:a16="http://schemas.microsoft.com/office/drawing/2014/main" id="{3EF93694-5472-E91A-65AE-81DDD25CF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3" name="Line 66">
              <a:extLst>
                <a:ext uri="{FF2B5EF4-FFF2-40B4-BE49-F238E27FC236}">
                  <a16:creationId xmlns:a16="http://schemas.microsoft.com/office/drawing/2014/main" id="{9874D1C8-19F0-D553-4127-02791A58D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4" name="Line 67">
              <a:extLst>
                <a:ext uri="{FF2B5EF4-FFF2-40B4-BE49-F238E27FC236}">
                  <a16:creationId xmlns:a16="http://schemas.microsoft.com/office/drawing/2014/main" id="{D0537F83-2941-DA8A-2BF0-CBDC5A3AA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8" name="Group 68">
            <a:extLst>
              <a:ext uri="{FF2B5EF4-FFF2-40B4-BE49-F238E27FC236}">
                <a16:creationId xmlns:a16="http://schemas.microsoft.com/office/drawing/2014/main" id="{FADCC614-8D6E-3ADA-FCFC-6651E523C37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752600"/>
            <a:ext cx="609600" cy="4876800"/>
            <a:chOff x="480" y="1152"/>
            <a:chExt cx="384" cy="3072"/>
          </a:xfrm>
        </p:grpSpPr>
        <p:sp>
          <p:nvSpPr>
            <p:cNvPr id="5185" name="Line 69">
              <a:extLst>
                <a:ext uri="{FF2B5EF4-FFF2-40B4-BE49-F238E27FC236}">
                  <a16:creationId xmlns:a16="http://schemas.microsoft.com/office/drawing/2014/main" id="{7F6286EE-7A7D-E080-2CFE-240F597C9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6" name="Rectangle 70">
              <a:extLst>
                <a:ext uri="{FF2B5EF4-FFF2-40B4-BE49-F238E27FC236}">
                  <a16:creationId xmlns:a16="http://schemas.microsoft.com/office/drawing/2014/main" id="{06657C8B-DC30-5E71-6DD3-DEE7636CC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87" name="Line 71">
              <a:extLst>
                <a:ext uri="{FF2B5EF4-FFF2-40B4-BE49-F238E27FC236}">
                  <a16:creationId xmlns:a16="http://schemas.microsoft.com/office/drawing/2014/main" id="{D1A2BD90-C527-0B30-7E9C-4DEFD83DD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8" name="Line 72">
              <a:extLst>
                <a:ext uri="{FF2B5EF4-FFF2-40B4-BE49-F238E27FC236}">
                  <a16:creationId xmlns:a16="http://schemas.microsoft.com/office/drawing/2014/main" id="{7357D59F-8260-AA67-7767-FD25793EF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9" name="Line 73">
              <a:extLst>
                <a:ext uri="{FF2B5EF4-FFF2-40B4-BE49-F238E27FC236}">
                  <a16:creationId xmlns:a16="http://schemas.microsoft.com/office/drawing/2014/main" id="{66908F9F-7240-2A85-1A40-7DC236C4A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0" name="Line 74">
              <a:extLst>
                <a:ext uri="{FF2B5EF4-FFF2-40B4-BE49-F238E27FC236}">
                  <a16:creationId xmlns:a16="http://schemas.microsoft.com/office/drawing/2014/main" id="{B918AB8B-C191-E36E-1C61-9EEB75D10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1" name="Line 75">
              <a:extLst>
                <a:ext uri="{FF2B5EF4-FFF2-40B4-BE49-F238E27FC236}">
                  <a16:creationId xmlns:a16="http://schemas.microsoft.com/office/drawing/2014/main" id="{72C796C2-1043-D071-5AA6-1CFDBA5FB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2" name="Line 76">
              <a:extLst>
                <a:ext uri="{FF2B5EF4-FFF2-40B4-BE49-F238E27FC236}">
                  <a16:creationId xmlns:a16="http://schemas.microsoft.com/office/drawing/2014/main" id="{1A5E5B8C-7DF2-4646-212D-5D9E10B7D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3" name="Line 77">
              <a:extLst>
                <a:ext uri="{FF2B5EF4-FFF2-40B4-BE49-F238E27FC236}">
                  <a16:creationId xmlns:a16="http://schemas.microsoft.com/office/drawing/2014/main" id="{C055AD40-11F2-9469-0F2F-29E81360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4" name="Line 78">
              <a:extLst>
                <a:ext uri="{FF2B5EF4-FFF2-40B4-BE49-F238E27FC236}">
                  <a16:creationId xmlns:a16="http://schemas.microsoft.com/office/drawing/2014/main" id="{672C09C7-CD05-2B88-B082-B3F7B006C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9" name="Group 79">
            <a:extLst>
              <a:ext uri="{FF2B5EF4-FFF2-40B4-BE49-F238E27FC236}">
                <a16:creationId xmlns:a16="http://schemas.microsoft.com/office/drawing/2014/main" id="{6F1EC783-56DF-B3AF-A8DA-A71E83D4457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752600"/>
            <a:ext cx="609600" cy="4876800"/>
            <a:chOff x="480" y="1152"/>
            <a:chExt cx="384" cy="3072"/>
          </a:xfrm>
        </p:grpSpPr>
        <p:sp>
          <p:nvSpPr>
            <p:cNvPr id="5175" name="Line 80">
              <a:extLst>
                <a:ext uri="{FF2B5EF4-FFF2-40B4-BE49-F238E27FC236}">
                  <a16:creationId xmlns:a16="http://schemas.microsoft.com/office/drawing/2014/main" id="{1F016AE9-6CA3-0507-F228-B98593686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6" name="Rectangle 81">
              <a:extLst>
                <a:ext uri="{FF2B5EF4-FFF2-40B4-BE49-F238E27FC236}">
                  <a16:creationId xmlns:a16="http://schemas.microsoft.com/office/drawing/2014/main" id="{081E1176-53EE-B5A0-95B1-E9371826C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77" name="Line 82">
              <a:extLst>
                <a:ext uri="{FF2B5EF4-FFF2-40B4-BE49-F238E27FC236}">
                  <a16:creationId xmlns:a16="http://schemas.microsoft.com/office/drawing/2014/main" id="{D8403EB5-8F9A-9848-3257-5A6C47946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8" name="Line 83">
              <a:extLst>
                <a:ext uri="{FF2B5EF4-FFF2-40B4-BE49-F238E27FC236}">
                  <a16:creationId xmlns:a16="http://schemas.microsoft.com/office/drawing/2014/main" id="{248B2091-819C-3B0C-3B43-54804D00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9" name="Line 84">
              <a:extLst>
                <a:ext uri="{FF2B5EF4-FFF2-40B4-BE49-F238E27FC236}">
                  <a16:creationId xmlns:a16="http://schemas.microsoft.com/office/drawing/2014/main" id="{8B5E0309-5601-9B6C-D6E8-4A77AA39C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0" name="Line 85">
              <a:extLst>
                <a:ext uri="{FF2B5EF4-FFF2-40B4-BE49-F238E27FC236}">
                  <a16:creationId xmlns:a16="http://schemas.microsoft.com/office/drawing/2014/main" id="{90F3A97A-7FD4-2D74-A7C2-7C65B004E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1" name="Line 86">
              <a:extLst>
                <a:ext uri="{FF2B5EF4-FFF2-40B4-BE49-F238E27FC236}">
                  <a16:creationId xmlns:a16="http://schemas.microsoft.com/office/drawing/2014/main" id="{F81BCC73-073B-EDF6-11B8-00C5C0619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2" name="Line 87">
              <a:extLst>
                <a:ext uri="{FF2B5EF4-FFF2-40B4-BE49-F238E27FC236}">
                  <a16:creationId xmlns:a16="http://schemas.microsoft.com/office/drawing/2014/main" id="{8D0EB560-9BEA-6C24-7DFE-470D5A336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3" name="Line 88">
              <a:extLst>
                <a:ext uri="{FF2B5EF4-FFF2-40B4-BE49-F238E27FC236}">
                  <a16:creationId xmlns:a16="http://schemas.microsoft.com/office/drawing/2014/main" id="{D5715CFB-58EB-FB50-7234-7479E2D77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4" name="Line 89">
              <a:extLst>
                <a:ext uri="{FF2B5EF4-FFF2-40B4-BE49-F238E27FC236}">
                  <a16:creationId xmlns:a16="http://schemas.microsoft.com/office/drawing/2014/main" id="{75EAE0D3-3634-404C-4FBD-AF1C69FA8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30" name="Rectangle 115">
            <a:extLst>
              <a:ext uri="{FF2B5EF4-FFF2-40B4-BE49-F238E27FC236}">
                <a16:creationId xmlns:a16="http://schemas.microsoft.com/office/drawing/2014/main" id="{2EFCF313-F044-6A12-6D0C-887EB14AC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5131" name="Group 144">
            <a:extLst>
              <a:ext uri="{FF2B5EF4-FFF2-40B4-BE49-F238E27FC236}">
                <a16:creationId xmlns:a16="http://schemas.microsoft.com/office/drawing/2014/main" id="{63AE63CC-15B1-2EE8-46A6-9846516B2FD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752600"/>
            <a:ext cx="609600" cy="4876800"/>
            <a:chOff x="480" y="1152"/>
            <a:chExt cx="384" cy="3072"/>
          </a:xfrm>
        </p:grpSpPr>
        <p:sp>
          <p:nvSpPr>
            <p:cNvPr id="5165" name="Line 145">
              <a:extLst>
                <a:ext uri="{FF2B5EF4-FFF2-40B4-BE49-F238E27FC236}">
                  <a16:creationId xmlns:a16="http://schemas.microsoft.com/office/drawing/2014/main" id="{C4271AD8-7E7D-74EF-6C26-ABDF93FDA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Rectangle 146">
              <a:extLst>
                <a:ext uri="{FF2B5EF4-FFF2-40B4-BE49-F238E27FC236}">
                  <a16:creationId xmlns:a16="http://schemas.microsoft.com/office/drawing/2014/main" id="{35F5176C-3DA4-1669-20DD-A3EF6CA78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67" name="Line 147">
              <a:extLst>
                <a:ext uri="{FF2B5EF4-FFF2-40B4-BE49-F238E27FC236}">
                  <a16:creationId xmlns:a16="http://schemas.microsoft.com/office/drawing/2014/main" id="{B43B8450-DAE7-DB99-7201-500FE9CED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148">
              <a:extLst>
                <a:ext uri="{FF2B5EF4-FFF2-40B4-BE49-F238E27FC236}">
                  <a16:creationId xmlns:a16="http://schemas.microsoft.com/office/drawing/2014/main" id="{1F7F82DE-E9BA-7033-56FD-688EC4566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49">
              <a:extLst>
                <a:ext uri="{FF2B5EF4-FFF2-40B4-BE49-F238E27FC236}">
                  <a16:creationId xmlns:a16="http://schemas.microsoft.com/office/drawing/2014/main" id="{32BB581D-C694-F9CB-E94D-DF3A807A7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50">
              <a:extLst>
                <a:ext uri="{FF2B5EF4-FFF2-40B4-BE49-F238E27FC236}">
                  <a16:creationId xmlns:a16="http://schemas.microsoft.com/office/drawing/2014/main" id="{B1BBC4BD-B4FE-2647-F308-EC9CDC0B5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51">
              <a:extLst>
                <a:ext uri="{FF2B5EF4-FFF2-40B4-BE49-F238E27FC236}">
                  <a16:creationId xmlns:a16="http://schemas.microsoft.com/office/drawing/2014/main" id="{364261EF-36F1-2AAD-B0AA-D9009B2A3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52">
              <a:extLst>
                <a:ext uri="{FF2B5EF4-FFF2-40B4-BE49-F238E27FC236}">
                  <a16:creationId xmlns:a16="http://schemas.microsoft.com/office/drawing/2014/main" id="{0F4D4979-1D2A-93B8-258C-8AD9C624C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3" name="Line 153">
              <a:extLst>
                <a:ext uri="{FF2B5EF4-FFF2-40B4-BE49-F238E27FC236}">
                  <a16:creationId xmlns:a16="http://schemas.microsoft.com/office/drawing/2014/main" id="{5FB36628-94B9-F0D9-F250-D492573F0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4" name="Line 154">
              <a:extLst>
                <a:ext uri="{FF2B5EF4-FFF2-40B4-BE49-F238E27FC236}">
                  <a16:creationId xmlns:a16="http://schemas.microsoft.com/office/drawing/2014/main" id="{9B18A714-FED3-B26D-0B0E-8E61DFC83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2" name="Group 156">
            <a:extLst>
              <a:ext uri="{FF2B5EF4-FFF2-40B4-BE49-F238E27FC236}">
                <a16:creationId xmlns:a16="http://schemas.microsoft.com/office/drawing/2014/main" id="{26D79DAB-29AA-13BC-BF65-D1DCA70552F0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752600"/>
            <a:ext cx="609600" cy="4876800"/>
            <a:chOff x="480" y="1152"/>
            <a:chExt cx="384" cy="3072"/>
          </a:xfrm>
        </p:grpSpPr>
        <p:sp>
          <p:nvSpPr>
            <p:cNvPr id="5155" name="Line 157">
              <a:extLst>
                <a:ext uri="{FF2B5EF4-FFF2-40B4-BE49-F238E27FC236}">
                  <a16:creationId xmlns:a16="http://schemas.microsoft.com/office/drawing/2014/main" id="{2D449380-AEAE-3200-8EA5-F2E237ECE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Rectangle 158">
              <a:extLst>
                <a:ext uri="{FF2B5EF4-FFF2-40B4-BE49-F238E27FC236}">
                  <a16:creationId xmlns:a16="http://schemas.microsoft.com/office/drawing/2014/main" id="{79470A0A-7A76-A5C8-CB39-CB31EA4CE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57" name="Line 159">
              <a:extLst>
                <a:ext uri="{FF2B5EF4-FFF2-40B4-BE49-F238E27FC236}">
                  <a16:creationId xmlns:a16="http://schemas.microsoft.com/office/drawing/2014/main" id="{2E9F0B1D-DABE-AB83-B50E-0F6F14A08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160">
              <a:extLst>
                <a:ext uri="{FF2B5EF4-FFF2-40B4-BE49-F238E27FC236}">
                  <a16:creationId xmlns:a16="http://schemas.microsoft.com/office/drawing/2014/main" id="{06419764-97F0-A28C-0517-DDBAD41EF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Line 161">
              <a:extLst>
                <a:ext uri="{FF2B5EF4-FFF2-40B4-BE49-F238E27FC236}">
                  <a16:creationId xmlns:a16="http://schemas.microsoft.com/office/drawing/2014/main" id="{FC62ED21-A6B1-CB17-7510-7EA5C41CD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0" name="Line 162">
              <a:extLst>
                <a:ext uri="{FF2B5EF4-FFF2-40B4-BE49-F238E27FC236}">
                  <a16:creationId xmlns:a16="http://schemas.microsoft.com/office/drawing/2014/main" id="{540BF91A-8E32-B378-B234-586F7230B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163">
              <a:extLst>
                <a:ext uri="{FF2B5EF4-FFF2-40B4-BE49-F238E27FC236}">
                  <a16:creationId xmlns:a16="http://schemas.microsoft.com/office/drawing/2014/main" id="{B427555D-5C04-9E64-3131-8DFC6AB44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164">
              <a:extLst>
                <a:ext uri="{FF2B5EF4-FFF2-40B4-BE49-F238E27FC236}">
                  <a16:creationId xmlns:a16="http://schemas.microsoft.com/office/drawing/2014/main" id="{37F58FFC-317A-95AE-2BC8-DED8A8A00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165">
              <a:extLst>
                <a:ext uri="{FF2B5EF4-FFF2-40B4-BE49-F238E27FC236}">
                  <a16:creationId xmlns:a16="http://schemas.microsoft.com/office/drawing/2014/main" id="{5866AA01-8865-8E1A-8550-01DEDBF8F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166">
              <a:extLst>
                <a:ext uri="{FF2B5EF4-FFF2-40B4-BE49-F238E27FC236}">
                  <a16:creationId xmlns:a16="http://schemas.microsoft.com/office/drawing/2014/main" id="{A949F0FE-6CE9-1822-6985-0CB4148C5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3" name="Group 168">
            <a:extLst>
              <a:ext uri="{FF2B5EF4-FFF2-40B4-BE49-F238E27FC236}">
                <a16:creationId xmlns:a16="http://schemas.microsoft.com/office/drawing/2014/main" id="{1ECBD70F-F689-2080-2A49-F693EDC90122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752600"/>
            <a:ext cx="609600" cy="4876800"/>
            <a:chOff x="480" y="1152"/>
            <a:chExt cx="384" cy="3072"/>
          </a:xfrm>
        </p:grpSpPr>
        <p:sp>
          <p:nvSpPr>
            <p:cNvPr id="5145" name="Line 169">
              <a:extLst>
                <a:ext uri="{FF2B5EF4-FFF2-40B4-BE49-F238E27FC236}">
                  <a16:creationId xmlns:a16="http://schemas.microsoft.com/office/drawing/2014/main" id="{597CB9DD-E984-AB9C-6350-B5696C2F5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Rectangle 170">
              <a:extLst>
                <a:ext uri="{FF2B5EF4-FFF2-40B4-BE49-F238E27FC236}">
                  <a16:creationId xmlns:a16="http://schemas.microsoft.com/office/drawing/2014/main" id="{2FA28259-A36C-D27F-A598-4E4F497AE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47" name="Line 171">
              <a:extLst>
                <a:ext uri="{FF2B5EF4-FFF2-40B4-BE49-F238E27FC236}">
                  <a16:creationId xmlns:a16="http://schemas.microsoft.com/office/drawing/2014/main" id="{A4D9104E-FE55-9079-4D5E-1E9D6900C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Line 172">
              <a:extLst>
                <a:ext uri="{FF2B5EF4-FFF2-40B4-BE49-F238E27FC236}">
                  <a16:creationId xmlns:a16="http://schemas.microsoft.com/office/drawing/2014/main" id="{7DE47227-CF45-5D76-0D9C-36C3C3E45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Line 173">
              <a:extLst>
                <a:ext uri="{FF2B5EF4-FFF2-40B4-BE49-F238E27FC236}">
                  <a16:creationId xmlns:a16="http://schemas.microsoft.com/office/drawing/2014/main" id="{5B0728DB-2DD8-DA68-0827-92FDEE881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Line 174">
              <a:extLst>
                <a:ext uri="{FF2B5EF4-FFF2-40B4-BE49-F238E27FC236}">
                  <a16:creationId xmlns:a16="http://schemas.microsoft.com/office/drawing/2014/main" id="{5EBBA0B3-666D-0519-3EE7-0090771D6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175">
              <a:extLst>
                <a:ext uri="{FF2B5EF4-FFF2-40B4-BE49-F238E27FC236}">
                  <a16:creationId xmlns:a16="http://schemas.microsoft.com/office/drawing/2014/main" id="{FA3D8486-A0C7-A692-6BA7-AEBD5146D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Line 176">
              <a:extLst>
                <a:ext uri="{FF2B5EF4-FFF2-40B4-BE49-F238E27FC236}">
                  <a16:creationId xmlns:a16="http://schemas.microsoft.com/office/drawing/2014/main" id="{F56CD7D3-0A00-9853-20BE-84378A13F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3" name="Line 177">
              <a:extLst>
                <a:ext uri="{FF2B5EF4-FFF2-40B4-BE49-F238E27FC236}">
                  <a16:creationId xmlns:a16="http://schemas.microsoft.com/office/drawing/2014/main" id="{9D866D1B-23FC-1789-E59B-FC22930E7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178">
              <a:extLst>
                <a:ext uri="{FF2B5EF4-FFF2-40B4-BE49-F238E27FC236}">
                  <a16:creationId xmlns:a16="http://schemas.microsoft.com/office/drawing/2014/main" id="{6798FF7F-776D-50B1-F947-3DA871698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4" name="Group 65">
            <a:extLst>
              <a:ext uri="{FF2B5EF4-FFF2-40B4-BE49-F238E27FC236}">
                <a16:creationId xmlns:a16="http://schemas.microsoft.com/office/drawing/2014/main" id="{16765EEE-85BD-8712-7606-29433A718102}"/>
              </a:ext>
            </a:extLst>
          </p:cNvPr>
          <p:cNvGrpSpPr>
            <a:grpSpLocks/>
          </p:cNvGrpSpPr>
          <p:nvPr/>
        </p:nvGrpSpPr>
        <p:grpSpPr bwMode="auto">
          <a:xfrm>
            <a:off x="7539038" y="1755775"/>
            <a:ext cx="609600" cy="4876800"/>
            <a:chOff x="480" y="1152"/>
            <a:chExt cx="384" cy="3072"/>
          </a:xfrm>
        </p:grpSpPr>
        <p:sp>
          <p:nvSpPr>
            <p:cNvPr id="5135" name="Line 66">
              <a:extLst>
                <a:ext uri="{FF2B5EF4-FFF2-40B4-BE49-F238E27FC236}">
                  <a16:creationId xmlns:a16="http://schemas.microsoft.com/office/drawing/2014/main" id="{F5DA8B7F-6E6C-38CF-58C7-37BE4B524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Rectangle 67">
              <a:extLst>
                <a:ext uri="{FF2B5EF4-FFF2-40B4-BE49-F238E27FC236}">
                  <a16:creationId xmlns:a16="http://schemas.microsoft.com/office/drawing/2014/main" id="{EFD365C9-0AA8-B590-A2B7-5B407B70B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37" name="Line 68">
              <a:extLst>
                <a:ext uri="{FF2B5EF4-FFF2-40B4-BE49-F238E27FC236}">
                  <a16:creationId xmlns:a16="http://schemas.microsoft.com/office/drawing/2014/main" id="{63C90DBE-7F51-6980-744B-6BE297427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Line 69">
              <a:extLst>
                <a:ext uri="{FF2B5EF4-FFF2-40B4-BE49-F238E27FC236}">
                  <a16:creationId xmlns:a16="http://schemas.microsoft.com/office/drawing/2014/main" id="{50D465CD-CAB9-689D-D9D0-4758B5F55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Line 70">
              <a:extLst>
                <a:ext uri="{FF2B5EF4-FFF2-40B4-BE49-F238E27FC236}">
                  <a16:creationId xmlns:a16="http://schemas.microsoft.com/office/drawing/2014/main" id="{E21C89D5-F0B7-0FD5-DC38-E8AECA768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Line 71">
              <a:extLst>
                <a:ext uri="{FF2B5EF4-FFF2-40B4-BE49-F238E27FC236}">
                  <a16:creationId xmlns:a16="http://schemas.microsoft.com/office/drawing/2014/main" id="{2B358198-07E5-273A-BEC6-3890F2A75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Line 72">
              <a:extLst>
                <a:ext uri="{FF2B5EF4-FFF2-40B4-BE49-F238E27FC236}">
                  <a16:creationId xmlns:a16="http://schemas.microsoft.com/office/drawing/2014/main" id="{41076E4D-220E-D0DC-A607-94090453E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Line 73">
              <a:extLst>
                <a:ext uri="{FF2B5EF4-FFF2-40B4-BE49-F238E27FC236}">
                  <a16:creationId xmlns:a16="http://schemas.microsoft.com/office/drawing/2014/main" id="{8A8E9FB6-2A4F-0C7B-0C5C-0DA8719B2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Line 74">
              <a:extLst>
                <a:ext uri="{FF2B5EF4-FFF2-40B4-BE49-F238E27FC236}">
                  <a16:creationId xmlns:a16="http://schemas.microsoft.com/office/drawing/2014/main" id="{035AFD41-A9DF-EE62-C7E8-688A79E1A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Line 75">
              <a:extLst>
                <a:ext uri="{FF2B5EF4-FFF2-40B4-BE49-F238E27FC236}">
                  <a16:creationId xmlns:a16="http://schemas.microsoft.com/office/drawing/2014/main" id="{608F166E-0B38-37AF-AB4C-03F7E6518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BF5141B-6F9A-D868-8DED-7C65DC51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59" y="-808"/>
            <a:ext cx="2319302" cy="1717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F533BB-6953-2F2A-1ABC-E3EBEF78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180" y="-808"/>
            <a:ext cx="2313425" cy="1705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238D1B-2A32-98BE-C043-1B1F6F15517D}"/>
              </a:ext>
            </a:extLst>
          </p:cNvPr>
          <p:cNvSpPr txBox="1"/>
          <p:nvPr/>
        </p:nvSpPr>
        <p:spPr>
          <a:xfrm>
            <a:off x="869738" y="6193943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41B42-7480-4BB2-1232-5046A1E8D532}"/>
              </a:ext>
            </a:extLst>
          </p:cNvPr>
          <p:cNvSpPr txBox="1"/>
          <p:nvPr/>
        </p:nvSpPr>
        <p:spPr>
          <a:xfrm>
            <a:off x="5759074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CB139-DD99-AE5A-4F4A-CD2A988F267F}"/>
              </a:ext>
            </a:extLst>
          </p:cNvPr>
          <p:cNvSpPr txBox="1"/>
          <p:nvPr/>
        </p:nvSpPr>
        <p:spPr>
          <a:xfrm>
            <a:off x="5147908" y="6193943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E48CE-C388-B40A-A88C-B05C1A4E66AB}"/>
              </a:ext>
            </a:extLst>
          </p:cNvPr>
          <p:cNvSpPr txBox="1"/>
          <p:nvPr/>
        </p:nvSpPr>
        <p:spPr>
          <a:xfrm>
            <a:off x="4495604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4B579-5B76-62BC-07ED-D2C2A6E815E6}"/>
              </a:ext>
            </a:extLst>
          </p:cNvPr>
          <p:cNvSpPr txBox="1"/>
          <p:nvPr/>
        </p:nvSpPr>
        <p:spPr>
          <a:xfrm>
            <a:off x="3925573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9A1716-2F09-DAD1-7A3B-073B62B2AC84}"/>
              </a:ext>
            </a:extLst>
          </p:cNvPr>
          <p:cNvSpPr txBox="1"/>
          <p:nvPr/>
        </p:nvSpPr>
        <p:spPr>
          <a:xfrm>
            <a:off x="3314406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D5E062-CC6B-3DD8-289E-C8A75B19A387}"/>
              </a:ext>
            </a:extLst>
          </p:cNvPr>
          <p:cNvSpPr txBox="1"/>
          <p:nvPr/>
        </p:nvSpPr>
        <p:spPr>
          <a:xfrm>
            <a:off x="2709116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C9FCF0-845A-58E7-D308-6328690231FA}"/>
              </a:ext>
            </a:extLst>
          </p:cNvPr>
          <p:cNvSpPr txBox="1"/>
          <p:nvPr/>
        </p:nvSpPr>
        <p:spPr>
          <a:xfrm>
            <a:off x="2103824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C9751-1903-73A3-27A9-D983AD96112D}"/>
              </a:ext>
            </a:extLst>
          </p:cNvPr>
          <p:cNvSpPr txBox="1"/>
          <p:nvPr/>
        </p:nvSpPr>
        <p:spPr>
          <a:xfrm>
            <a:off x="1486781" y="6246832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EA7E57-281F-7FB9-C7DA-729ED3F7BB1B}"/>
              </a:ext>
            </a:extLst>
          </p:cNvPr>
          <p:cNvSpPr txBox="1"/>
          <p:nvPr/>
        </p:nvSpPr>
        <p:spPr>
          <a:xfrm>
            <a:off x="6364365" y="6193943"/>
            <a:ext cx="528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92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9DDC24-9CD9-229B-699C-D498E2C37783}"/>
              </a:ext>
            </a:extLst>
          </p:cNvPr>
          <p:cNvSpPr txBox="1"/>
          <p:nvPr/>
        </p:nvSpPr>
        <p:spPr>
          <a:xfrm>
            <a:off x="881490" y="568855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E49AA8-22CC-8F6D-E2FC-7F6D1540EF82}"/>
              </a:ext>
            </a:extLst>
          </p:cNvPr>
          <p:cNvSpPr txBox="1"/>
          <p:nvPr/>
        </p:nvSpPr>
        <p:spPr>
          <a:xfrm>
            <a:off x="6417253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920F1-637B-C9A8-0143-3BBA12256F17}"/>
              </a:ext>
            </a:extLst>
          </p:cNvPr>
          <p:cNvSpPr txBox="1"/>
          <p:nvPr/>
        </p:nvSpPr>
        <p:spPr>
          <a:xfrm>
            <a:off x="5770827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533381-1635-E5C5-3E99-E9707DF68785}"/>
              </a:ext>
            </a:extLst>
          </p:cNvPr>
          <p:cNvSpPr txBox="1"/>
          <p:nvPr/>
        </p:nvSpPr>
        <p:spPr>
          <a:xfrm>
            <a:off x="5147906" y="578845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43466C-79D9-CCA7-F692-B23BBA80B3A1}"/>
              </a:ext>
            </a:extLst>
          </p:cNvPr>
          <p:cNvSpPr txBox="1"/>
          <p:nvPr/>
        </p:nvSpPr>
        <p:spPr>
          <a:xfrm>
            <a:off x="1563176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633339-412E-2B6E-79C8-460401CA17C5}"/>
              </a:ext>
            </a:extLst>
          </p:cNvPr>
          <p:cNvSpPr txBox="1"/>
          <p:nvPr/>
        </p:nvSpPr>
        <p:spPr>
          <a:xfrm>
            <a:off x="2191972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35C698-1E30-3B0B-FB73-AABC47A24D86}"/>
              </a:ext>
            </a:extLst>
          </p:cNvPr>
          <p:cNvSpPr txBox="1"/>
          <p:nvPr/>
        </p:nvSpPr>
        <p:spPr>
          <a:xfrm>
            <a:off x="2714991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4F7710-22E1-8E7B-15FC-9DD82C2EA2C7}"/>
              </a:ext>
            </a:extLst>
          </p:cNvPr>
          <p:cNvSpPr txBox="1"/>
          <p:nvPr/>
        </p:nvSpPr>
        <p:spPr>
          <a:xfrm>
            <a:off x="3367295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92A7EA-CC31-B122-9861-E20352100A45}"/>
              </a:ext>
            </a:extLst>
          </p:cNvPr>
          <p:cNvSpPr txBox="1"/>
          <p:nvPr/>
        </p:nvSpPr>
        <p:spPr>
          <a:xfrm>
            <a:off x="3978461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16C6BE-676C-EB5A-B252-2C6C78CCD8E0}"/>
              </a:ext>
            </a:extLst>
          </p:cNvPr>
          <p:cNvSpPr txBox="1"/>
          <p:nvPr/>
        </p:nvSpPr>
        <p:spPr>
          <a:xfrm>
            <a:off x="4571999" y="574144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81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275A69-1AF6-E452-A106-8406B9C8C92A}"/>
              </a:ext>
            </a:extLst>
          </p:cNvPr>
          <p:cNvSpPr txBox="1"/>
          <p:nvPr/>
        </p:nvSpPr>
        <p:spPr>
          <a:xfrm>
            <a:off x="1539669" y="531832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01BE34-45EF-40A4-3D14-41CB3D9952DF}"/>
              </a:ext>
            </a:extLst>
          </p:cNvPr>
          <p:cNvSpPr txBox="1"/>
          <p:nvPr/>
        </p:nvSpPr>
        <p:spPr>
          <a:xfrm>
            <a:off x="881490" y="5318329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9AAEB-2CA6-6586-30E3-ED48883652B9}"/>
              </a:ext>
            </a:extLst>
          </p:cNvPr>
          <p:cNvSpPr txBox="1"/>
          <p:nvPr/>
        </p:nvSpPr>
        <p:spPr>
          <a:xfrm>
            <a:off x="2103823" y="531832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483DF-AEE4-E703-3A93-DDE7E1701216}"/>
              </a:ext>
            </a:extLst>
          </p:cNvPr>
          <p:cNvSpPr txBox="1"/>
          <p:nvPr/>
        </p:nvSpPr>
        <p:spPr>
          <a:xfrm>
            <a:off x="2714990" y="531832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FD6B55-E510-A976-1AB9-60FD585B1F64}"/>
              </a:ext>
            </a:extLst>
          </p:cNvPr>
          <p:cNvSpPr txBox="1"/>
          <p:nvPr/>
        </p:nvSpPr>
        <p:spPr>
          <a:xfrm>
            <a:off x="3314404" y="531832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50C2D-7E82-0E51-A9A5-23D7B6AC8ECD}"/>
              </a:ext>
            </a:extLst>
          </p:cNvPr>
          <p:cNvSpPr txBox="1"/>
          <p:nvPr/>
        </p:nvSpPr>
        <p:spPr>
          <a:xfrm>
            <a:off x="3978461" y="531832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46636-06C1-CDDD-B860-35CD326BCF65}"/>
              </a:ext>
            </a:extLst>
          </p:cNvPr>
          <p:cNvSpPr txBox="1"/>
          <p:nvPr/>
        </p:nvSpPr>
        <p:spPr>
          <a:xfrm>
            <a:off x="4542615" y="527131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9888C0-A03E-3397-8859-6FD56B6444B9}"/>
              </a:ext>
            </a:extLst>
          </p:cNvPr>
          <p:cNvSpPr txBox="1"/>
          <p:nvPr/>
        </p:nvSpPr>
        <p:spPr>
          <a:xfrm>
            <a:off x="5764949" y="523017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91E1D6-4D99-E9C3-ABB9-EB1A3BC07448}"/>
              </a:ext>
            </a:extLst>
          </p:cNvPr>
          <p:cNvSpPr txBox="1"/>
          <p:nvPr/>
        </p:nvSpPr>
        <p:spPr>
          <a:xfrm>
            <a:off x="5106769" y="527719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323196-D0EE-59E1-5DB7-0C1110756074}"/>
              </a:ext>
            </a:extLst>
          </p:cNvPr>
          <p:cNvSpPr txBox="1"/>
          <p:nvPr/>
        </p:nvSpPr>
        <p:spPr>
          <a:xfrm>
            <a:off x="6364363" y="52771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76</a:t>
            </a:r>
            <a:endParaRPr lang="en-US" dirty="0"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FF298E-B95A-737A-A3B6-497D0F45B54A}"/>
              </a:ext>
            </a:extLst>
          </p:cNvPr>
          <p:cNvSpPr txBox="1"/>
          <p:nvPr/>
        </p:nvSpPr>
        <p:spPr>
          <a:xfrm>
            <a:off x="869735" y="4765926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9EB000-5BCB-82F0-22F0-F18679719546}"/>
              </a:ext>
            </a:extLst>
          </p:cNvPr>
          <p:cNvSpPr txBox="1"/>
          <p:nvPr/>
        </p:nvSpPr>
        <p:spPr>
          <a:xfrm>
            <a:off x="6364362" y="2791386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423B01-6D34-86D8-B899-2FB015A623CB}"/>
              </a:ext>
            </a:extLst>
          </p:cNvPr>
          <p:cNvSpPr txBox="1"/>
          <p:nvPr/>
        </p:nvSpPr>
        <p:spPr>
          <a:xfrm>
            <a:off x="5770824" y="4724789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CCC62A-E7DC-6E25-A80E-6874BAD5794E}"/>
              </a:ext>
            </a:extLst>
          </p:cNvPr>
          <p:cNvSpPr txBox="1"/>
          <p:nvPr/>
        </p:nvSpPr>
        <p:spPr>
          <a:xfrm>
            <a:off x="5106768" y="4724789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11F1DB-FB20-4B3D-3786-BF8BD84EB5A1}"/>
              </a:ext>
            </a:extLst>
          </p:cNvPr>
          <p:cNvSpPr txBox="1"/>
          <p:nvPr/>
        </p:nvSpPr>
        <p:spPr>
          <a:xfrm>
            <a:off x="4589626" y="476592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DCCC48-EA15-2B8B-0827-AD8D92EC3F85}"/>
              </a:ext>
            </a:extLst>
          </p:cNvPr>
          <p:cNvSpPr txBox="1"/>
          <p:nvPr/>
        </p:nvSpPr>
        <p:spPr>
          <a:xfrm>
            <a:off x="1551421" y="476592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38F3A0-9EFD-58E2-D47A-10BFCFEB9F22}"/>
              </a:ext>
            </a:extLst>
          </p:cNvPr>
          <p:cNvSpPr txBox="1"/>
          <p:nvPr/>
        </p:nvSpPr>
        <p:spPr>
          <a:xfrm>
            <a:off x="2762002" y="4765926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94C0DB-0B10-EEB5-D54C-7747BE08051A}"/>
              </a:ext>
            </a:extLst>
          </p:cNvPr>
          <p:cNvSpPr txBox="1"/>
          <p:nvPr/>
        </p:nvSpPr>
        <p:spPr>
          <a:xfrm>
            <a:off x="3367292" y="476592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A6C678-BB05-2A8C-3938-E4F8517B468F}"/>
              </a:ext>
            </a:extLst>
          </p:cNvPr>
          <p:cNvSpPr txBox="1"/>
          <p:nvPr/>
        </p:nvSpPr>
        <p:spPr>
          <a:xfrm>
            <a:off x="2115575" y="4765926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00D487-6085-D581-D862-C6F0680A10CD}"/>
              </a:ext>
            </a:extLst>
          </p:cNvPr>
          <p:cNvSpPr txBox="1"/>
          <p:nvPr/>
        </p:nvSpPr>
        <p:spPr>
          <a:xfrm>
            <a:off x="3937323" y="4724789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786DAD-F755-1402-C444-404B538F3B7A}"/>
              </a:ext>
            </a:extLst>
          </p:cNvPr>
          <p:cNvSpPr txBox="1"/>
          <p:nvPr/>
        </p:nvSpPr>
        <p:spPr>
          <a:xfrm>
            <a:off x="881488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32E94D-0FA2-AA77-3758-9F6B7324F1E7}"/>
              </a:ext>
            </a:extLst>
          </p:cNvPr>
          <p:cNvSpPr txBox="1"/>
          <p:nvPr/>
        </p:nvSpPr>
        <p:spPr>
          <a:xfrm>
            <a:off x="928500" y="2791386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CA0930-63E1-0953-466D-AD89B10EE84F}"/>
              </a:ext>
            </a:extLst>
          </p:cNvPr>
          <p:cNvSpPr txBox="1"/>
          <p:nvPr/>
        </p:nvSpPr>
        <p:spPr>
          <a:xfrm>
            <a:off x="881487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F810F9-C3D0-C4B3-9BDD-BEAA2862B04F}"/>
              </a:ext>
            </a:extLst>
          </p:cNvPr>
          <p:cNvSpPr txBox="1"/>
          <p:nvPr/>
        </p:nvSpPr>
        <p:spPr>
          <a:xfrm>
            <a:off x="869734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57A4E4-63CA-AFC7-30D3-E1FE2A25BCD1}"/>
              </a:ext>
            </a:extLst>
          </p:cNvPr>
          <p:cNvSpPr txBox="1"/>
          <p:nvPr/>
        </p:nvSpPr>
        <p:spPr>
          <a:xfrm>
            <a:off x="928500" y="38197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C3416D-1B0C-35FD-1FEE-8CFB0F4AD611}"/>
              </a:ext>
            </a:extLst>
          </p:cNvPr>
          <p:cNvSpPr txBox="1"/>
          <p:nvPr/>
        </p:nvSpPr>
        <p:spPr>
          <a:xfrm>
            <a:off x="928500" y="419589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47A05F-E9E9-BADE-8DE9-F4A67F1A4485}"/>
              </a:ext>
            </a:extLst>
          </p:cNvPr>
          <p:cNvSpPr txBox="1"/>
          <p:nvPr/>
        </p:nvSpPr>
        <p:spPr>
          <a:xfrm>
            <a:off x="3925570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4C99E3-37C9-6F33-C1C3-0409DB07E04D}"/>
              </a:ext>
            </a:extLst>
          </p:cNvPr>
          <p:cNvSpPr txBox="1"/>
          <p:nvPr/>
        </p:nvSpPr>
        <p:spPr>
          <a:xfrm>
            <a:off x="3367292" y="42722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FED379A2-BB85-2ACE-D4D9-C7FB3299AF2D}"/>
              </a:ext>
            </a:extLst>
          </p:cNvPr>
          <p:cNvSpPr txBox="1"/>
          <p:nvPr/>
        </p:nvSpPr>
        <p:spPr>
          <a:xfrm>
            <a:off x="2667976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121" name="TextBox 5120">
            <a:extLst>
              <a:ext uri="{FF2B5EF4-FFF2-40B4-BE49-F238E27FC236}">
                <a16:creationId xmlns:a16="http://schemas.microsoft.com/office/drawing/2014/main" id="{E86BFD9E-8A13-0511-55D4-B0473A1EE3BD}"/>
              </a:ext>
            </a:extLst>
          </p:cNvPr>
          <p:cNvSpPr txBox="1"/>
          <p:nvPr/>
        </p:nvSpPr>
        <p:spPr>
          <a:xfrm>
            <a:off x="2115575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255" name="TextBox 5254">
            <a:extLst>
              <a:ext uri="{FF2B5EF4-FFF2-40B4-BE49-F238E27FC236}">
                <a16:creationId xmlns:a16="http://schemas.microsoft.com/office/drawing/2014/main" id="{CE139BEE-4945-02A8-7D5E-617769E954CC}"/>
              </a:ext>
            </a:extLst>
          </p:cNvPr>
          <p:cNvSpPr txBox="1"/>
          <p:nvPr/>
        </p:nvSpPr>
        <p:spPr>
          <a:xfrm>
            <a:off x="1563174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8411117-906C-31A0-2A16-6A4088D82060}"/>
              </a:ext>
            </a:extLst>
          </p:cNvPr>
          <p:cNvSpPr txBox="1"/>
          <p:nvPr/>
        </p:nvSpPr>
        <p:spPr>
          <a:xfrm>
            <a:off x="6329102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259" name="TextBox 5258">
            <a:extLst>
              <a:ext uri="{FF2B5EF4-FFF2-40B4-BE49-F238E27FC236}">
                <a16:creationId xmlns:a16="http://schemas.microsoft.com/office/drawing/2014/main" id="{2648B244-E490-547B-CF21-F1DD82285440}"/>
              </a:ext>
            </a:extLst>
          </p:cNvPr>
          <p:cNvSpPr txBox="1"/>
          <p:nvPr/>
        </p:nvSpPr>
        <p:spPr>
          <a:xfrm>
            <a:off x="5806084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260" name="TextBox 5259">
            <a:extLst>
              <a:ext uri="{FF2B5EF4-FFF2-40B4-BE49-F238E27FC236}">
                <a16:creationId xmlns:a16="http://schemas.microsoft.com/office/drawing/2014/main" id="{0088F71C-362B-F0A7-B01A-691F88F9A1BA}"/>
              </a:ext>
            </a:extLst>
          </p:cNvPr>
          <p:cNvSpPr txBox="1"/>
          <p:nvPr/>
        </p:nvSpPr>
        <p:spPr>
          <a:xfrm>
            <a:off x="5147904" y="4272290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261" name="TextBox 5260">
            <a:extLst>
              <a:ext uri="{FF2B5EF4-FFF2-40B4-BE49-F238E27FC236}">
                <a16:creationId xmlns:a16="http://schemas.microsoft.com/office/drawing/2014/main" id="{EEB481C6-9159-20DD-6E03-841827250D5B}"/>
              </a:ext>
            </a:extLst>
          </p:cNvPr>
          <p:cNvSpPr txBox="1"/>
          <p:nvPr/>
        </p:nvSpPr>
        <p:spPr>
          <a:xfrm>
            <a:off x="4542614" y="42722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54</a:t>
            </a:r>
            <a:endParaRPr lang="en-US" dirty="0">
              <a:cs typeface="Arial"/>
            </a:endParaRPr>
          </a:p>
        </p:txBody>
      </p:sp>
      <p:sp>
        <p:nvSpPr>
          <p:cNvPr id="5262" name="TextBox 5261">
            <a:extLst>
              <a:ext uri="{FF2B5EF4-FFF2-40B4-BE49-F238E27FC236}">
                <a16:creationId xmlns:a16="http://schemas.microsoft.com/office/drawing/2014/main" id="{FC32CE75-D1AC-50F4-55DD-AACE31DD4D45}"/>
              </a:ext>
            </a:extLst>
          </p:cNvPr>
          <p:cNvSpPr txBox="1"/>
          <p:nvPr/>
        </p:nvSpPr>
        <p:spPr>
          <a:xfrm>
            <a:off x="1563174" y="175710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5263" name="TextBox 5262">
            <a:extLst>
              <a:ext uri="{FF2B5EF4-FFF2-40B4-BE49-F238E27FC236}">
                <a16:creationId xmlns:a16="http://schemas.microsoft.com/office/drawing/2014/main" id="{30062F27-97F8-BB6A-F022-B6146314296B}"/>
              </a:ext>
            </a:extLst>
          </p:cNvPr>
          <p:cNvSpPr txBox="1"/>
          <p:nvPr/>
        </p:nvSpPr>
        <p:spPr>
          <a:xfrm>
            <a:off x="1539668" y="381979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5264" name="TextBox 5263">
            <a:extLst>
              <a:ext uri="{FF2B5EF4-FFF2-40B4-BE49-F238E27FC236}">
                <a16:creationId xmlns:a16="http://schemas.microsoft.com/office/drawing/2014/main" id="{B955700C-12EF-3E3C-C386-AEB3897FDB81}"/>
              </a:ext>
            </a:extLst>
          </p:cNvPr>
          <p:cNvSpPr txBox="1"/>
          <p:nvPr/>
        </p:nvSpPr>
        <p:spPr>
          <a:xfrm>
            <a:off x="1498531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22</a:t>
            </a:r>
          </a:p>
        </p:txBody>
      </p:sp>
      <p:sp>
        <p:nvSpPr>
          <p:cNvPr id="5265" name="TextBox 5264">
            <a:extLst>
              <a:ext uri="{FF2B5EF4-FFF2-40B4-BE49-F238E27FC236}">
                <a16:creationId xmlns:a16="http://schemas.microsoft.com/office/drawing/2014/main" id="{E31A861F-D7D9-9A5C-6ABB-4B2CA540A61F}"/>
              </a:ext>
            </a:extLst>
          </p:cNvPr>
          <p:cNvSpPr txBox="1"/>
          <p:nvPr/>
        </p:nvSpPr>
        <p:spPr>
          <a:xfrm>
            <a:off x="1486778" y="287365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48</a:t>
            </a:r>
          </a:p>
        </p:txBody>
      </p:sp>
      <p:sp>
        <p:nvSpPr>
          <p:cNvPr id="5266" name="TextBox 5265">
            <a:extLst>
              <a:ext uri="{FF2B5EF4-FFF2-40B4-BE49-F238E27FC236}">
                <a16:creationId xmlns:a16="http://schemas.microsoft.com/office/drawing/2014/main" id="{087B8EE4-8EEC-3C18-F5F6-0C7A43F634C9}"/>
              </a:ext>
            </a:extLst>
          </p:cNvPr>
          <p:cNvSpPr txBox="1"/>
          <p:nvPr/>
        </p:nvSpPr>
        <p:spPr>
          <a:xfrm>
            <a:off x="1498531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5267" name="TextBox 5266">
            <a:extLst>
              <a:ext uri="{FF2B5EF4-FFF2-40B4-BE49-F238E27FC236}">
                <a16:creationId xmlns:a16="http://schemas.microsoft.com/office/drawing/2014/main" id="{9381B65F-5615-C5DB-B11C-1BBC7C40842A}"/>
              </a:ext>
            </a:extLst>
          </p:cNvPr>
          <p:cNvSpPr txBox="1"/>
          <p:nvPr/>
        </p:nvSpPr>
        <p:spPr>
          <a:xfrm>
            <a:off x="2150835" y="38197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5268" name="TextBox 5267">
            <a:extLst>
              <a:ext uri="{FF2B5EF4-FFF2-40B4-BE49-F238E27FC236}">
                <a16:creationId xmlns:a16="http://schemas.microsoft.com/office/drawing/2014/main" id="{C53DBE4C-4531-3A1F-ABDB-BB07B08E99B6}"/>
              </a:ext>
            </a:extLst>
          </p:cNvPr>
          <p:cNvSpPr txBox="1"/>
          <p:nvPr/>
        </p:nvSpPr>
        <p:spPr>
          <a:xfrm>
            <a:off x="2150835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69" name="TextBox 5268">
            <a:extLst>
              <a:ext uri="{FF2B5EF4-FFF2-40B4-BE49-F238E27FC236}">
                <a16:creationId xmlns:a16="http://schemas.microsoft.com/office/drawing/2014/main" id="{5027D6A7-DA6A-9C7E-CDE2-17C4DE8D7F02}"/>
              </a:ext>
            </a:extLst>
          </p:cNvPr>
          <p:cNvSpPr txBox="1"/>
          <p:nvPr/>
        </p:nvSpPr>
        <p:spPr>
          <a:xfrm>
            <a:off x="2115575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22</a:t>
            </a:r>
          </a:p>
        </p:txBody>
      </p:sp>
      <p:sp>
        <p:nvSpPr>
          <p:cNvPr id="5270" name="TextBox 5269">
            <a:extLst>
              <a:ext uri="{FF2B5EF4-FFF2-40B4-BE49-F238E27FC236}">
                <a16:creationId xmlns:a16="http://schemas.microsoft.com/office/drawing/2014/main" id="{DCDBEE6D-3F4B-D4D3-4B2A-9A5B4E846690}"/>
              </a:ext>
            </a:extLst>
          </p:cNvPr>
          <p:cNvSpPr txBox="1"/>
          <p:nvPr/>
        </p:nvSpPr>
        <p:spPr>
          <a:xfrm>
            <a:off x="2080316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271" name="TextBox 5270">
            <a:extLst>
              <a:ext uri="{FF2B5EF4-FFF2-40B4-BE49-F238E27FC236}">
                <a16:creationId xmlns:a16="http://schemas.microsoft.com/office/drawing/2014/main" id="{D1FE90F9-C455-D343-B586-274946A3DFB1}"/>
              </a:ext>
            </a:extLst>
          </p:cNvPr>
          <p:cNvSpPr txBox="1"/>
          <p:nvPr/>
        </p:nvSpPr>
        <p:spPr>
          <a:xfrm>
            <a:off x="2150834" y="279138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272" name="TextBox 5271">
            <a:extLst>
              <a:ext uri="{FF2B5EF4-FFF2-40B4-BE49-F238E27FC236}">
                <a16:creationId xmlns:a16="http://schemas.microsoft.com/office/drawing/2014/main" id="{38938953-D613-B006-351D-8D0E18350215}"/>
              </a:ext>
            </a:extLst>
          </p:cNvPr>
          <p:cNvSpPr txBox="1"/>
          <p:nvPr/>
        </p:nvSpPr>
        <p:spPr>
          <a:xfrm>
            <a:off x="4507354" y="38197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73" name="TextBox 5272">
            <a:extLst>
              <a:ext uri="{FF2B5EF4-FFF2-40B4-BE49-F238E27FC236}">
                <a16:creationId xmlns:a16="http://schemas.microsoft.com/office/drawing/2014/main" id="{ABB03A42-DC8B-D06D-94FC-4432C191E27B}"/>
              </a:ext>
            </a:extLst>
          </p:cNvPr>
          <p:cNvSpPr txBox="1"/>
          <p:nvPr/>
        </p:nvSpPr>
        <p:spPr>
          <a:xfrm>
            <a:off x="3937323" y="381979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74" name="TextBox 5273">
            <a:extLst>
              <a:ext uri="{FF2B5EF4-FFF2-40B4-BE49-F238E27FC236}">
                <a16:creationId xmlns:a16="http://schemas.microsoft.com/office/drawing/2014/main" id="{EB227082-730F-45F2-CD1E-F16374F01E58}"/>
              </a:ext>
            </a:extLst>
          </p:cNvPr>
          <p:cNvSpPr txBox="1"/>
          <p:nvPr/>
        </p:nvSpPr>
        <p:spPr>
          <a:xfrm>
            <a:off x="3314402" y="38197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75" name="TextBox 5274">
            <a:extLst>
              <a:ext uri="{FF2B5EF4-FFF2-40B4-BE49-F238E27FC236}">
                <a16:creationId xmlns:a16="http://schemas.microsoft.com/office/drawing/2014/main" id="{E17E1D28-FEAF-FB13-CDEA-1F4765542224}"/>
              </a:ext>
            </a:extLst>
          </p:cNvPr>
          <p:cNvSpPr txBox="1"/>
          <p:nvPr/>
        </p:nvSpPr>
        <p:spPr>
          <a:xfrm>
            <a:off x="2714989" y="381979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78" name="TextBox 5277">
            <a:extLst>
              <a:ext uri="{FF2B5EF4-FFF2-40B4-BE49-F238E27FC236}">
                <a16:creationId xmlns:a16="http://schemas.microsoft.com/office/drawing/2014/main" id="{B10DEE7B-6E6D-0ED0-A489-7176E30523F3}"/>
              </a:ext>
            </a:extLst>
          </p:cNvPr>
          <p:cNvSpPr txBox="1"/>
          <p:nvPr/>
        </p:nvSpPr>
        <p:spPr>
          <a:xfrm>
            <a:off x="6364361" y="38197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79" name="TextBox 5278">
            <a:extLst>
              <a:ext uri="{FF2B5EF4-FFF2-40B4-BE49-F238E27FC236}">
                <a16:creationId xmlns:a16="http://schemas.microsoft.com/office/drawing/2014/main" id="{5B5610F3-DC19-4BC3-C8D0-2336243A6AB6}"/>
              </a:ext>
            </a:extLst>
          </p:cNvPr>
          <p:cNvSpPr txBox="1"/>
          <p:nvPr/>
        </p:nvSpPr>
        <p:spPr>
          <a:xfrm>
            <a:off x="5759071" y="3819791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80" name="TextBox 5279">
            <a:extLst>
              <a:ext uri="{FF2B5EF4-FFF2-40B4-BE49-F238E27FC236}">
                <a16:creationId xmlns:a16="http://schemas.microsoft.com/office/drawing/2014/main" id="{E0E925A9-801D-022B-065C-F576097ED23C}"/>
              </a:ext>
            </a:extLst>
          </p:cNvPr>
          <p:cNvSpPr txBox="1"/>
          <p:nvPr/>
        </p:nvSpPr>
        <p:spPr>
          <a:xfrm>
            <a:off x="5147904" y="381979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48</a:t>
            </a:r>
            <a:endParaRPr lang="en-US" dirty="0">
              <a:cs typeface="Arial"/>
            </a:endParaRPr>
          </a:p>
        </p:txBody>
      </p:sp>
      <p:sp>
        <p:nvSpPr>
          <p:cNvPr id="5281" name="TextBox 5280">
            <a:extLst>
              <a:ext uri="{FF2B5EF4-FFF2-40B4-BE49-F238E27FC236}">
                <a16:creationId xmlns:a16="http://schemas.microsoft.com/office/drawing/2014/main" id="{F4C9238A-5D6D-3CF4-880B-E5E1E47B2F68}"/>
              </a:ext>
            </a:extLst>
          </p:cNvPr>
          <p:cNvSpPr txBox="1"/>
          <p:nvPr/>
        </p:nvSpPr>
        <p:spPr>
          <a:xfrm>
            <a:off x="2714989" y="279138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283" name="TextBox 5282">
            <a:extLst>
              <a:ext uri="{FF2B5EF4-FFF2-40B4-BE49-F238E27FC236}">
                <a16:creationId xmlns:a16="http://schemas.microsoft.com/office/drawing/2014/main" id="{2CE2A172-2B8D-57C3-95AC-E44AD664BCD8}"/>
              </a:ext>
            </a:extLst>
          </p:cNvPr>
          <p:cNvSpPr txBox="1"/>
          <p:nvPr/>
        </p:nvSpPr>
        <p:spPr>
          <a:xfrm>
            <a:off x="2709112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284" name="TextBox 5283">
            <a:extLst>
              <a:ext uri="{FF2B5EF4-FFF2-40B4-BE49-F238E27FC236}">
                <a16:creationId xmlns:a16="http://schemas.microsoft.com/office/drawing/2014/main" id="{46168F50-5C38-EB69-A6D5-6B798C56EE62}"/>
              </a:ext>
            </a:extLst>
          </p:cNvPr>
          <p:cNvSpPr txBox="1"/>
          <p:nvPr/>
        </p:nvSpPr>
        <p:spPr>
          <a:xfrm>
            <a:off x="2762002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/>
          </a:p>
        </p:txBody>
      </p:sp>
      <p:sp>
        <p:nvSpPr>
          <p:cNvPr id="5285" name="TextBox 5284">
            <a:extLst>
              <a:ext uri="{FF2B5EF4-FFF2-40B4-BE49-F238E27FC236}">
                <a16:creationId xmlns:a16="http://schemas.microsoft.com/office/drawing/2014/main" id="{001BE943-D94C-EE0F-8C8B-DFB7C2277CFE}"/>
              </a:ext>
            </a:extLst>
          </p:cNvPr>
          <p:cNvSpPr txBox="1"/>
          <p:nvPr/>
        </p:nvSpPr>
        <p:spPr>
          <a:xfrm>
            <a:off x="2714988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28</a:t>
            </a:r>
          </a:p>
        </p:txBody>
      </p:sp>
      <p:sp>
        <p:nvSpPr>
          <p:cNvPr id="5286" name="TextBox 5285">
            <a:extLst>
              <a:ext uri="{FF2B5EF4-FFF2-40B4-BE49-F238E27FC236}">
                <a16:creationId xmlns:a16="http://schemas.microsoft.com/office/drawing/2014/main" id="{7508F5CA-0C8B-14D6-827B-E81F90BF3EAA}"/>
              </a:ext>
            </a:extLst>
          </p:cNvPr>
          <p:cNvSpPr txBox="1"/>
          <p:nvPr/>
        </p:nvSpPr>
        <p:spPr>
          <a:xfrm>
            <a:off x="3326156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287" name="TextBox 5286">
            <a:extLst>
              <a:ext uri="{FF2B5EF4-FFF2-40B4-BE49-F238E27FC236}">
                <a16:creationId xmlns:a16="http://schemas.microsoft.com/office/drawing/2014/main" id="{A2F88584-1691-1301-CAA7-32B9A14DCE7B}"/>
              </a:ext>
            </a:extLst>
          </p:cNvPr>
          <p:cNvSpPr txBox="1"/>
          <p:nvPr/>
        </p:nvSpPr>
        <p:spPr>
          <a:xfrm>
            <a:off x="3314402" y="279138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288" name="TextBox 5287">
            <a:extLst>
              <a:ext uri="{FF2B5EF4-FFF2-40B4-BE49-F238E27FC236}">
                <a16:creationId xmlns:a16="http://schemas.microsoft.com/office/drawing/2014/main" id="{B572133C-FFE9-3EC0-94B4-40589E726270}"/>
              </a:ext>
            </a:extLst>
          </p:cNvPr>
          <p:cNvSpPr txBox="1"/>
          <p:nvPr/>
        </p:nvSpPr>
        <p:spPr>
          <a:xfrm>
            <a:off x="3367292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5289" name="TextBox 5288">
            <a:extLst>
              <a:ext uri="{FF2B5EF4-FFF2-40B4-BE49-F238E27FC236}">
                <a16:creationId xmlns:a16="http://schemas.microsoft.com/office/drawing/2014/main" id="{F90604CD-A1DB-CB50-CD29-81F7DDB3D03A}"/>
              </a:ext>
            </a:extLst>
          </p:cNvPr>
          <p:cNvSpPr txBox="1"/>
          <p:nvPr/>
        </p:nvSpPr>
        <p:spPr>
          <a:xfrm>
            <a:off x="3326156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290" name="TextBox 5289">
            <a:extLst>
              <a:ext uri="{FF2B5EF4-FFF2-40B4-BE49-F238E27FC236}">
                <a16:creationId xmlns:a16="http://schemas.microsoft.com/office/drawing/2014/main" id="{F2D665D4-2839-3D0E-6E53-9E1896E1A108}"/>
              </a:ext>
            </a:extLst>
          </p:cNvPr>
          <p:cNvSpPr txBox="1"/>
          <p:nvPr/>
        </p:nvSpPr>
        <p:spPr>
          <a:xfrm>
            <a:off x="3925569" y="190401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291" name="TextBox 5290">
            <a:extLst>
              <a:ext uri="{FF2B5EF4-FFF2-40B4-BE49-F238E27FC236}">
                <a16:creationId xmlns:a16="http://schemas.microsoft.com/office/drawing/2014/main" id="{E1EA8927-9BF5-DF93-02CF-33713DAD7D0C}"/>
              </a:ext>
            </a:extLst>
          </p:cNvPr>
          <p:cNvSpPr txBox="1"/>
          <p:nvPr/>
        </p:nvSpPr>
        <p:spPr>
          <a:xfrm>
            <a:off x="3937323" y="287365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292" name="TextBox 5291">
            <a:extLst>
              <a:ext uri="{FF2B5EF4-FFF2-40B4-BE49-F238E27FC236}">
                <a16:creationId xmlns:a16="http://schemas.microsoft.com/office/drawing/2014/main" id="{2A03B3F7-30CC-9A12-32B3-124363101931}"/>
              </a:ext>
            </a:extLst>
          </p:cNvPr>
          <p:cNvSpPr txBox="1"/>
          <p:nvPr/>
        </p:nvSpPr>
        <p:spPr>
          <a:xfrm>
            <a:off x="3884433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293" name="TextBox 5292">
            <a:extLst>
              <a:ext uri="{FF2B5EF4-FFF2-40B4-BE49-F238E27FC236}">
                <a16:creationId xmlns:a16="http://schemas.microsoft.com/office/drawing/2014/main" id="{12F97A96-2895-224E-969A-D473DEFB8092}"/>
              </a:ext>
            </a:extLst>
          </p:cNvPr>
          <p:cNvSpPr txBox="1"/>
          <p:nvPr/>
        </p:nvSpPr>
        <p:spPr>
          <a:xfrm>
            <a:off x="3978459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</a:p>
        </p:txBody>
      </p:sp>
      <p:sp>
        <p:nvSpPr>
          <p:cNvPr id="5294" name="TextBox 5293">
            <a:extLst>
              <a:ext uri="{FF2B5EF4-FFF2-40B4-BE49-F238E27FC236}">
                <a16:creationId xmlns:a16="http://schemas.microsoft.com/office/drawing/2014/main" id="{7BD97464-5D35-1001-2118-692B8C12EECC}"/>
              </a:ext>
            </a:extLst>
          </p:cNvPr>
          <p:cNvSpPr txBox="1"/>
          <p:nvPr/>
        </p:nvSpPr>
        <p:spPr>
          <a:xfrm>
            <a:off x="4501477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296" name="TextBox 5295">
            <a:extLst>
              <a:ext uri="{FF2B5EF4-FFF2-40B4-BE49-F238E27FC236}">
                <a16:creationId xmlns:a16="http://schemas.microsoft.com/office/drawing/2014/main" id="{FA12A78B-9731-6818-B505-09FDF4780730}"/>
              </a:ext>
            </a:extLst>
          </p:cNvPr>
          <p:cNvSpPr txBox="1"/>
          <p:nvPr/>
        </p:nvSpPr>
        <p:spPr>
          <a:xfrm>
            <a:off x="6376114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297" name="TextBox 5296">
            <a:extLst>
              <a:ext uri="{FF2B5EF4-FFF2-40B4-BE49-F238E27FC236}">
                <a16:creationId xmlns:a16="http://schemas.microsoft.com/office/drawing/2014/main" id="{EEC29469-8E9E-EE0E-62C4-0A64878C38F1}"/>
              </a:ext>
            </a:extLst>
          </p:cNvPr>
          <p:cNvSpPr txBox="1"/>
          <p:nvPr/>
        </p:nvSpPr>
        <p:spPr>
          <a:xfrm>
            <a:off x="5723811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298" name="TextBox 5297">
            <a:extLst>
              <a:ext uri="{FF2B5EF4-FFF2-40B4-BE49-F238E27FC236}">
                <a16:creationId xmlns:a16="http://schemas.microsoft.com/office/drawing/2014/main" id="{A63A153D-0FAF-801A-50CC-129A8C0BF396}"/>
              </a:ext>
            </a:extLst>
          </p:cNvPr>
          <p:cNvSpPr txBox="1"/>
          <p:nvPr/>
        </p:nvSpPr>
        <p:spPr>
          <a:xfrm>
            <a:off x="5106768" y="3243884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28</a:t>
            </a:r>
            <a:endParaRPr lang="en-US" dirty="0">
              <a:cs typeface="Arial"/>
            </a:endParaRPr>
          </a:p>
        </p:txBody>
      </p:sp>
      <p:sp>
        <p:nvSpPr>
          <p:cNvPr id="5300" name="TextBox 5299">
            <a:extLst>
              <a:ext uri="{FF2B5EF4-FFF2-40B4-BE49-F238E27FC236}">
                <a16:creationId xmlns:a16="http://schemas.microsoft.com/office/drawing/2014/main" id="{F1484417-C69C-44A3-896F-926B8D04B166}"/>
              </a:ext>
            </a:extLst>
          </p:cNvPr>
          <p:cNvSpPr txBox="1"/>
          <p:nvPr/>
        </p:nvSpPr>
        <p:spPr>
          <a:xfrm>
            <a:off x="4571996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5301" name="TextBox 5300">
            <a:extLst>
              <a:ext uri="{FF2B5EF4-FFF2-40B4-BE49-F238E27FC236}">
                <a16:creationId xmlns:a16="http://schemas.microsoft.com/office/drawing/2014/main" id="{46379048-9202-1C84-716F-4CF329E86080}"/>
              </a:ext>
            </a:extLst>
          </p:cNvPr>
          <p:cNvSpPr txBox="1"/>
          <p:nvPr/>
        </p:nvSpPr>
        <p:spPr>
          <a:xfrm>
            <a:off x="4589626" y="279138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302" name="TextBox 5301">
            <a:extLst>
              <a:ext uri="{FF2B5EF4-FFF2-40B4-BE49-F238E27FC236}">
                <a16:creationId xmlns:a16="http://schemas.microsoft.com/office/drawing/2014/main" id="{4BDCB76C-C99A-01DB-2AEF-89A05E91BF13}"/>
              </a:ext>
            </a:extLst>
          </p:cNvPr>
          <p:cNvSpPr txBox="1"/>
          <p:nvPr/>
        </p:nvSpPr>
        <p:spPr>
          <a:xfrm>
            <a:off x="4507354" y="228599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304" name="TextBox 5303">
            <a:extLst>
              <a:ext uri="{FF2B5EF4-FFF2-40B4-BE49-F238E27FC236}">
                <a16:creationId xmlns:a16="http://schemas.microsoft.com/office/drawing/2014/main" id="{C9D2EAEC-5539-5807-AB12-680BD494D333}"/>
              </a:ext>
            </a:extLst>
          </p:cNvPr>
          <p:cNvSpPr txBox="1"/>
          <p:nvPr/>
        </p:nvSpPr>
        <p:spPr>
          <a:xfrm>
            <a:off x="5147904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305" name="TextBox 5304">
            <a:extLst>
              <a:ext uri="{FF2B5EF4-FFF2-40B4-BE49-F238E27FC236}">
                <a16:creationId xmlns:a16="http://schemas.microsoft.com/office/drawing/2014/main" id="{F7FE6521-6593-AC24-6BD0-5ABD8BC7E71A}"/>
              </a:ext>
            </a:extLst>
          </p:cNvPr>
          <p:cNvSpPr txBox="1"/>
          <p:nvPr/>
        </p:nvSpPr>
        <p:spPr>
          <a:xfrm>
            <a:off x="5759070" y="2791385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22</a:t>
            </a:r>
            <a:endParaRPr lang="en-US" dirty="0">
              <a:cs typeface="Arial"/>
            </a:endParaRPr>
          </a:p>
        </p:txBody>
      </p:sp>
      <p:sp>
        <p:nvSpPr>
          <p:cNvPr id="5306" name="TextBox 5305">
            <a:extLst>
              <a:ext uri="{FF2B5EF4-FFF2-40B4-BE49-F238E27FC236}">
                <a16:creationId xmlns:a16="http://schemas.microsoft.com/office/drawing/2014/main" id="{978D8848-AC21-CE20-654E-DD84C5AADA16}"/>
              </a:ext>
            </a:extLst>
          </p:cNvPr>
          <p:cNvSpPr txBox="1"/>
          <p:nvPr/>
        </p:nvSpPr>
        <p:spPr>
          <a:xfrm>
            <a:off x="5147904" y="2285998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5307" name="TextBox 5306">
            <a:extLst>
              <a:ext uri="{FF2B5EF4-FFF2-40B4-BE49-F238E27FC236}">
                <a16:creationId xmlns:a16="http://schemas.microsoft.com/office/drawing/2014/main" id="{6CE08C4C-EEC9-384F-1CE2-72FA8E09607E}"/>
              </a:ext>
            </a:extLst>
          </p:cNvPr>
          <p:cNvSpPr txBox="1"/>
          <p:nvPr/>
        </p:nvSpPr>
        <p:spPr>
          <a:xfrm>
            <a:off x="5206670" y="2791386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5308" name="TextBox 5307">
            <a:extLst>
              <a:ext uri="{FF2B5EF4-FFF2-40B4-BE49-F238E27FC236}">
                <a16:creationId xmlns:a16="http://schemas.microsoft.com/office/drawing/2014/main" id="{561DD7E5-2C06-E7BC-C736-A1B1A5BD36FA}"/>
              </a:ext>
            </a:extLst>
          </p:cNvPr>
          <p:cNvSpPr txBox="1"/>
          <p:nvPr/>
        </p:nvSpPr>
        <p:spPr>
          <a:xfrm>
            <a:off x="5676798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  <p:sp>
        <p:nvSpPr>
          <p:cNvPr id="5309" name="TextBox 5308">
            <a:extLst>
              <a:ext uri="{FF2B5EF4-FFF2-40B4-BE49-F238E27FC236}">
                <a16:creationId xmlns:a16="http://schemas.microsoft.com/office/drawing/2014/main" id="{E4B709F0-EECD-53DA-1CA9-7F94B2FC8A28}"/>
              </a:ext>
            </a:extLst>
          </p:cNvPr>
          <p:cNvSpPr txBox="1"/>
          <p:nvPr/>
        </p:nvSpPr>
        <p:spPr>
          <a:xfrm>
            <a:off x="5717935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310" name="TextBox 5309">
            <a:extLst>
              <a:ext uri="{FF2B5EF4-FFF2-40B4-BE49-F238E27FC236}">
                <a16:creationId xmlns:a16="http://schemas.microsoft.com/office/drawing/2014/main" id="{2FC6CBD3-E90F-45F1-BC2A-99C09C35D02A}"/>
              </a:ext>
            </a:extLst>
          </p:cNvPr>
          <p:cNvSpPr txBox="1"/>
          <p:nvPr/>
        </p:nvSpPr>
        <p:spPr>
          <a:xfrm>
            <a:off x="6287965" y="4718912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63</a:t>
            </a:r>
            <a:endParaRPr lang="en-US" dirty="0">
              <a:cs typeface="Arial"/>
            </a:endParaRPr>
          </a:p>
        </p:txBody>
      </p:sp>
      <p:sp>
        <p:nvSpPr>
          <p:cNvPr id="5312" name="TextBox 5311">
            <a:extLst>
              <a:ext uri="{FF2B5EF4-FFF2-40B4-BE49-F238E27FC236}">
                <a16:creationId xmlns:a16="http://schemas.microsoft.com/office/drawing/2014/main" id="{5C1114EB-ED8E-7D34-4BAD-F36E15C70944}"/>
              </a:ext>
            </a:extLst>
          </p:cNvPr>
          <p:cNvSpPr txBox="1"/>
          <p:nvPr/>
        </p:nvSpPr>
        <p:spPr>
          <a:xfrm>
            <a:off x="6364361" y="2285997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9</a:t>
            </a:r>
          </a:p>
        </p:txBody>
      </p:sp>
      <p:sp>
        <p:nvSpPr>
          <p:cNvPr id="5313" name="TextBox 5312">
            <a:extLst>
              <a:ext uri="{FF2B5EF4-FFF2-40B4-BE49-F238E27FC236}">
                <a16:creationId xmlns:a16="http://schemas.microsoft.com/office/drawing/2014/main" id="{BCF29DD3-D983-B914-ED12-93B78977C31F}"/>
              </a:ext>
            </a:extLst>
          </p:cNvPr>
          <p:cNvSpPr txBox="1"/>
          <p:nvPr/>
        </p:nvSpPr>
        <p:spPr>
          <a:xfrm>
            <a:off x="6376115" y="1757103"/>
            <a:ext cx="517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324</Words>
  <Application>Microsoft Office PowerPoint</Application>
  <PresentationFormat>On-screen Show (4:3)</PresentationFormat>
  <Paragraphs>93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Default Design</vt:lpstr>
      <vt:lpstr>Build Heap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Rob Alexander</cp:lastModifiedBy>
  <cp:revision>594</cp:revision>
  <dcterms:created xsi:type="dcterms:W3CDTF">2006-03-17T02:26:05Z</dcterms:created>
  <dcterms:modified xsi:type="dcterms:W3CDTF">2025-11-01T20:12:34Z</dcterms:modified>
</cp:coreProperties>
</file>
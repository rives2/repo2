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</p:sldIdLst>
  <p:sldSz cx="6858000" cy="9144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D15001-4AEF-64C8-5B04-3E92D222F8F5}" v="2255" dt="2025-11-16T04:03:43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es, Ryan" userId="S::rives2@montgomerycollege.edu::5a66543c-cd70-405c-a9d0-cc8b63a4c595" providerId="AD" clId="Web-{E2D15001-4AEF-64C8-5B04-3E92D222F8F5}"/>
    <pc:docChg chg="modSld">
      <pc:chgData name="Ives, Ryan" userId="S::rives2@montgomerycollege.edu::5a66543c-cd70-405c-a9d0-cc8b63a4c595" providerId="AD" clId="Web-{E2D15001-4AEF-64C8-5B04-3E92D222F8F5}" dt="2025-11-16T04:03:43.107" v="1320" actId="20577"/>
      <pc:docMkLst>
        <pc:docMk/>
      </pc:docMkLst>
      <pc:sldChg chg="addSp delSp modSp">
        <pc:chgData name="Ives, Ryan" userId="S::rives2@montgomerycollege.edu::5a66543c-cd70-405c-a9d0-cc8b63a4c595" providerId="AD" clId="Web-{E2D15001-4AEF-64C8-5B04-3E92D222F8F5}" dt="2025-11-15T01:50:15.476" v="120" actId="20577"/>
        <pc:sldMkLst>
          <pc:docMk/>
          <pc:sldMk cId="0" sldId="256"/>
        </pc:sldMkLst>
        <pc:spChg chg="add mod">
          <ac:chgData name="Ives, Ryan" userId="S::rives2@montgomerycollege.edu::5a66543c-cd70-405c-a9d0-cc8b63a4c595" providerId="AD" clId="Web-{E2D15001-4AEF-64C8-5B04-3E92D222F8F5}" dt="2025-11-15T01:39:58.359" v="7" actId="14100"/>
          <ac:spMkLst>
            <pc:docMk/>
            <pc:sldMk cId="0" sldId="256"/>
            <ac:spMk id="2" creationId="{8BD1DD76-459F-2F3A-B8EA-0BB625321127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5T01:40:52.756" v="24" actId="1076"/>
          <ac:spMkLst>
            <pc:docMk/>
            <pc:sldMk cId="0" sldId="256"/>
            <ac:spMk id="3" creationId="{189600FD-5090-C80F-3F67-1D1281FE50FC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5T01:40:46.584" v="23" actId="1076"/>
          <ac:spMkLst>
            <pc:docMk/>
            <pc:sldMk cId="0" sldId="256"/>
            <ac:spMk id="4" creationId="{0E19F355-D1B3-BDE2-F9BA-0920846E8CE1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5T01:41:09.461" v="31" actId="1076"/>
          <ac:spMkLst>
            <pc:docMk/>
            <pc:sldMk cId="0" sldId="256"/>
            <ac:spMk id="5" creationId="{8B4CB5DB-A0F9-A578-8BDF-4586ED7DA0DE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5T01:41:38.791" v="46" actId="1076"/>
          <ac:spMkLst>
            <pc:docMk/>
            <pc:sldMk cId="0" sldId="256"/>
            <ac:spMk id="6" creationId="{148D83D5-208F-1514-DACE-04F17BEC8340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5T01:41:51.245" v="52" actId="20577"/>
          <ac:spMkLst>
            <pc:docMk/>
            <pc:sldMk cId="0" sldId="256"/>
            <ac:spMk id="7" creationId="{602E4A2C-1371-1B1D-36BD-0F0311A06A2B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5T01:42:00.964" v="55" actId="20577"/>
          <ac:spMkLst>
            <pc:docMk/>
            <pc:sldMk cId="0" sldId="256"/>
            <ac:spMk id="8" creationId="{A8FFF14B-FC64-7988-ADCA-51F336C0D869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5T01:49:28.616" v="105" actId="1076"/>
          <ac:spMkLst>
            <pc:docMk/>
            <pc:sldMk cId="0" sldId="256"/>
            <ac:spMk id="40" creationId="{9A694515-B41B-5D6D-3558-08D432B38EA3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5T01:49:46.616" v="112" actId="1076"/>
          <ac:spMkLst>
            <pc:docMk/>
            <pc:sldMk cId="0" sldId="256"/>
            <ac:spMk id="41" creationId="{DC66DECB-7DBC-B473-EC80-57BC3BE978D3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5T01:50:02.148" v="117" actId="1076"/>
          <ac:spMkLst>
            <pc:docMk/>
            <pc:sldMk cId="0" sldId="256"/>
            <ac:spMk id="42" creationId="{B6A876FF-33DA-C75C-22AA-6111C8ECF705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5T01:50:15.476" v="120" actId="20577"/>
          <ac:spMkLst>
            <pc:docMk/>
            <pc:sldMk cId="0" sldId="256"/>
            <ac:spMk id="43" creationId="{082A0592-23A8-43B8-CB28-152DF3750F4F}"/>
          </ac:spMkLst>
        </pc:spChg>
        <pc:graphicFrameChg chg="mod">
          <ac:chgData name="Ives, Ryan" userId="S::rives2@montgomerycollege.edu::5a66543c-cd70-405c-a9d0-cc8b63a4c595" providerId="AD" clId="Web-{E2D15001-4AEF-64C8-5B04-3E92D222F8F5}" dt="2025-11-13T00:47:52.350" v="0" actId="1076"/>
          <ac:graphicFrameMkLst>
            <pc:docMk/>
            <pc:sldMk cId="0" sldId="256"/>
            <ac:graphicFrameMk id="2050" creationId="{0FC2EDEB-CD6D-479E-AC2A-6579F6E4CF69}"/>
          </ac:graphicFrameMkLst>
        </pc:graphicFrameChg>
        <pc:inkChg chg="add">
          <ac:chgData name="Ives, Ryan" userId="S::rives2@montgomerycollege.edu::5a66543c-cd70-405c-a9d0-cc8b63a4c595" providerId="AD" clId="Web-{E2D15001-4AEF-64C8-5B04-3E92D222F8F5}" dt="2025-11-15T01:42:27.299" v="56"/>
          <ac:inkMkLst>
            <pc:docMk/>
            <pc:sldMk cId="0" sldId="256"/>
            <ac:inkMk id="9" creationId="{2E41B434-F671-A720-A0D9-8D79DDCCDEA2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2:31.846" v="57"/>
          <ac:inkMkLst>
            <pc:docMk/>
            <pc:sldMk cId="0" sldId="256"/>
            <ac:inkMk id="10" creationId="{FD7EB040-0A6D-173D-BB1C-46C934735AC1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5T01:47:14.299" v="85"/>
          <ac:inkMkLst>
            <pc:docMk/>
            <pc:sldMk cId="0" sldId="256"/>
            <ac:inkMk id="11" creationId="{55093EF8-8300-B62A-0F15-C370866D9B7F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5T01:47:14.299" v="84"/>
          <ac:inkMkLst>
            <pc:docMk/>
            <pc:sldMk cId="0" sldId="256"/>
            <ac:inkMk id="12" creationId="{81CCFAC8-ABEA-F234-4338-D16FED7D5994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3:03.535" v="60"/>
          <ac:inkMkLst>
            <pc:docMk/>
            <pc:sldMk cId="0" sldId="256"/>
            <ac:inkMk id="13" creationId="{67B57933-7009-20D2-1E58-5A51225E1FD5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3:06.004" v="61"/>
          <ac:inkMkLst>
            <pc:docMk/>
            <pc:sldMk cId="0" sldId="256"/>
            <ac:inkMk id="14" creationId="{311FFAE7-F9AB-27A7-1C5B-AB4003FD2075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5T01:47:29.394" v="89"/>
          <ac:inkMkLst>
            <pc:docMk/>
            <pc:sldMk cId="0" sldId="256"/>
            <ac:inkMk id="15" creationId="{E6867FD7-F140-97A9-1706-15AB39933E23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5T01:47:29.394" v="88"/>
          <ac:inkMkLst>
            <pc:docMk/>
            <pc:sldMk cId="0" sldId="256"/>
            <ac:inkMk id="16" creationId="{6B0AE830-51FC-C684-0D31-F0E339FFB189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3:30.162" v="64"/>
          <ac:inkMkLst>
            <pc:docMk/>
            <pc:sldMk cId="0" sldId="256"/>
            <ac:inkMk id="17" creationId="{2DF75E50-650B-9A88-295D-831160DB2DE9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3:32.927" v="65"/>
          <ac:inkMkLst>
            <pc:docMk/>
            <pc:sldMk cId="0" sldId="256"/>
            <ac:inkMk id="18" creationId="{AC8D7AEE-C617-AA38-D472-8DEFCA0A7927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5T01:47:50.941" v="93"/>
          <ac:inkMkLst>
            <pc:docMk/>
            <pc:sldMk cId="0" sldId="256"/>
            <ac:inkMk id="19" creationId="{1F686E43-5641-26AD-B2E0-3BB8E8493951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5T01:47:50.941" v="92"/>
          <ac:inkMkLst>
            <pc:docMk/>
            <pc:sldMk cId="0" sldId="256"/>
            <ac:inkMk id="20" creationId="{BF47A1AB-D640-F4F8-DDD3-6980A0A89893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5T01:44:56.681" v="79"/>
          <ac:inkMkLst>
            <pc:docMk/>
            <pc:sldMk cId="0" sldId="256"/>
            <ac:inkMk id="21" creationId="{C988BEA9-BD25-5CD1-0F62-0A652670A1D1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5T01:44:56.681" v="78"/>
          <ac:inkMkLst>
            <pc:docMk/>
            <pc:sldMk cId="0" sldId="256"/>
            <ac:inkMk id="22" creationId="{8F0CE027-BF82-15AF-7A7C-EEB6265ABBBB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4:25.633" v="70"/>
          <ac:inkMkLst>
            <pc:docMk/>
            <pc:sldMk cId="0" sldId="256"/>
            <ac:inkMk id="23" creationId="{99DF64C8-A2E4-8E8C-EC93-C5D8281A5351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4:27.492" v="71"/>
          <ac:inkMkLst>
            <pc:docMk/>
            <pc:sldMk cId="0" sldId="256"/>
            <ac:inkMk id="24" creationId="{53FB3E07-5C86-3B31-4ECB-057911E848C8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5T01:44:43.290" v="75"/>
          <ac:inkMkLst>
            <pc:docMk/>
            <pc:sldMk cId="0" sldId="256"/>
            <ac:inkMk id="25" creationId="{BCD26961-0CD6-DD9B-B8E3-F00E161399F0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5T01:44:42.758" v="74"/>
          <ac:inkMkLst>
            <pc:docMk/>
            <pc:sldMk cId="0" sldId="256"/>
            <ac:inkMk id="26" creationId="{E316B56C-F0DC-798C-F390-FDAA66AA0E31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5T01:47:54.269" v="94"/>
          <ac:inkMkLst>
            <pc:docMk/>
            <pc:sldMk cId="0" sldId="256"/>
            <ac:inkMk id="27" creationId="{4ADEB327-CF43-8111-6757-67B92D954782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4:50.009" v="77"/>
          <ac:inkMkLst>
            <pc:docMk/>
            <pc:sldMk cId="0" sldId="256"/>
            <ac:inkMk id="28" creationId="{D514AF84-1638-245B-117A-94D57F4D19CE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5:04.259" v="80"/>
          <ac:inkMkLst>
            <pc:docMk/>
            <pc:sldMk cId="0" sldId="256"/>
            <ac:inkMk id="29" creationId="{7D831519-9D8D-7D5F-14C1-570093022208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5:06.400" v="81"/>
          <ac:inkMkLst>
            <pc:docMk/>
            <pc:sldMk cId="0" sldId="256"/>
            <ac:inkMk id="30" creationId="{212A8A91-56FE-74A4-2923-9E791A14AAFE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7:07.737" v="82"/>
          <ac:inkMkLst>
            <pc:docMk/>
            <pc:sldMk cId="0" sldId="256"/>
            <ac:inkMk id="31" creationId="{849539F6-0FC9-6DA8-0A2F-82384778D413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7:09.831" v="83"/>
          <ac:inkMkLst>
            <pc:docMk/>
            <pc:sldMk cId="0" sldId="256"/>
            <ac:inkMk id="32" creationId="{D9E37C52-0C8A-BE89-F73B-643B0F28D2DC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7:22.409" v="86"/>
          <ac:inkMkLst>
            <pc:docMk/>
            <pc:sldMk cId="0" sldId="256"/>
            <ac:inkMk id="33" creationId="{D07CDEB7-9C41-6A0D-CA88-E6F904315EE1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7:24.503" v="87"/>
          <ac:inkMkLst>
            <pc:docMk/>
            <pc:sldMk cId="0" sldId="256"/>
            <ac:inkMk id="34" creationId="{D9636F91-408C-7F59-76CD-0F598F429CE4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7:44.081" v="90"/>
          <ac:inkMkLst>
            <pc:docMk/>
            <pc:sldMk cId="0" sldId="256"/>
            <ac:inkMk id="35" creationId="{D971BB04-2365-E2A5-FEDC-15E8669FCE0E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7:45.957" v="91"/>
          <ac:inkMkLst>
            <pc:docMk/>
            <pc:sldMk cId="0" sldId="256"/>
            <ac:inkMk id="36" creationId="{CE86DCDA-A4E5-5B73-7D02-3BF26697A70A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8:02.863" v="95"/>
          <ac:inkMkLst>
            <pc:docMk/>
            <pc:sldMk cId="0" sldId="256"/>
            <ac:inkMk id="37" creationId="{91801A98-F4D4-0A83-388B-203EF236D4B7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8:58.694" v="96"/>
          <ac:inkMkLst>
            <pc:docMk/>
            <pc:sldMk cId="0" sldId="256"/>
            <ac:inkMk id="38" creationId="{62BFCDD2-91A1-ACE2-2B6B-73F28987DFE3}"/>
          </ac:inkMkLst>
        </pc:inkChg>
        <pc:inkChg chg="add">
          <ac:chgData name="Ives, Ryan" userId="S::rives2@montgomerycollege.edu::5a66543c-cd70-405c-a9d0-cc8b63a4c595" providerId="AD" clId="Web-{E2D15001-4AEF-64C8-5B04-3E92D222F8F5}" dt="2025-11-15T01:49:03.975" v="97"/>
          <ac:inkMkLst>
            <pc:docMk/>
            <pc:sldMk cId="0" sldId="256"/>
            <ac:inkMk id="39" creationId="{F7043973-9D4B-72A6-8EDA-9B21F4FFD42C}"/>
          </ac:inkMkLst>
        </pc:inkChg>
      </pc:sldChg>
      <pc:sldChg chg="addSp delSp modSp">
        <pc:chgData name="Ives, Ryan" userId="S::rives2@montgomerycollege.edu::5a66543c-cd70-405c-a9d0-cc8b63a4c595" providerId="AD" clId="Web-{E2D15001-4AEF-64C8-5B04-3E92D222F8F5}" dt="2025-11-16T01:53:38.675" v="810"/>
        <pc:sldMkLst>
          <pc:docMk/>
          <pc:sldMk cId="0" sldId="257"/>
        </pc:sldMkLst>
        <pc:spChg chg="add mod">
          <ac:chgData name="Ives, Ryan" userId="S::rives2@montgomerycollege.edu::5a66543c-cd70-405c-a9d0-cc8b63a4c595" providerId="AD" clId="Web-{E2D15001-4AEF-64C8-5B04-3E92D222F8F5}" dt="2025-11-15T02:14:53.847" v="171" actId="20577"/>
          <ac:spMkLst>
            <pc:docMk/>
            <pc:sldMk cId="0" sldId="257"/>
            <ac:spMk id="3" creationId="{49F2612E-917C-1198-178E-5DBE3DD72C96}"/>
          </ac:spMkLst>
        </pc:spChg>
        <pc:spChg chg="add">
          <ac:chgData name="Ives, Ryan" userId="S::rives2@montgomerycollege.edu::5a66543c-cd70-405c-a9d0-cc8b63a4c595" providerId="AD" clId="Web-{E2D15001-4AEF-64C8-5B04-3E92D222F8F5}" dt="2025-11-15T02:15:09.473" v="172"/>
          <ac:spMkLst>
            <pc:docMk/>
            <pc:sldMk cId="0" sldId="257"/>
            <ac:spMk id="4" creationId="{515878BB-6BC4-350F-94FC-6F1514410F11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5T02:16:34.463" v="209" actId="20577"/>
          <ac:spMkLst>
            <pc:docMk/>
            <pc:sldMk cId="0" sldId="257"/>
            <ac:spMk id="5" creationId="{DF12BC89-2AD8-09F3-25B2-FBD7BE38C9E4}"/>
          </ac:spMkLst>
        </pc:spChg>
        <pc:spChg chg="add">
          <ac:chgData name="Ives, Ryan" userId="S::rives2@montgomerycollege.edu::5a66543c-cd70-405c-a9d0-cc8b63a4c595" providerId="AD" clId="Web-{E2D15001-4AEF-64C8-5B04-3E92D222F8F5}" dt="2025-11-15T02:16:51.214" v="210"/>
          <ac:spMkLst>
            <pc:docMk/>
            <pc:sldMk cId="0" sldId="257"/>
            <ac:spMk id="6" creationId="{40D936A0-F920-0168-B69E-D75524AB476A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5T02:21:29.287" v="622" actId="20577"/>
          <ac:spMkLst>
            <pc:docMk/>
            <pc:sldMk cId="0" sldId="257"/>
            <ac:spMk id="11" creationId="{A3F6E91E-0348-2503-A06A-AED69B93352E}"/>
          </ac:spMkLst>
        </pc:spChg>
        <pc:spChg chg="add del mod">
          <ac:chgData name="Ives, Ryan" userId="S::rives2@montgomerycollege.edu::5a66543c-cd70-405c-a9d0-cc8b63a4c595" providerId="AD" clId="Web-{E2D15001-4AEF-64C8-5B04-3E92D222F8F5}" dt="2025-11-16T01:45:12.927" v="627"/>
          <ac:spMkLst>
            <pc:docMk/>
            <pc:sldMk cId="0" sldId="257"/>
            <ac:spMk id="12" creationId="{5193C560-3A90-3431-F2CD-2AB83ACA2DA8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1:46:40.181" v="686" actId="20577"/>
          <ac:spMkLst>
            <pc:docMk/>
            <pc:sldMk cId="0" sldId="257"/>
            <ac:spMk id="13" creationId="{B3109849-84C3-7B21-ED7E-BABFF260D7F1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1:49:26.546" v="711" actId="1076"/>
          <ac:spMkLst>
            <pc:docMk/>
            <pc:sldMk cId="0" sldId="257"/>
            <ac:spMk id="23" creationId="{0389BF39-E4CA-85FD-1BB0-BE74663D9576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1:51:23.157" v="765" actId="20577"/>
          <ac:spMkLst>
            <pc:docMk/>
            <pc:sldMk cId="0" sldId="257"/>
            <ac:spMk id="32" creationId="{01D8102A-2CBE-F771-9B39-9FCB8BEAE032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1:52:36.518" v="791" actId="14100"/>
          <ac:spMkLst>
            <pc:docMk/>
            <pc:sldMk cId="0" sldId="257"/>
            <ac:spMk id="49" creationId="{9F317D19-CA74-E6C9-9B59-FC7F9A77C7EF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1:53:29.925" v="808" actId="14100"/>
          <ac:spMkLst>
            <pc:docMk/>
            <pc:sldMk cId="0" sldId="257"/>
            <ac:spMk id="54" creationId="{C56C4DCD-7839-8DDF-40A2-FC4905A0582D}"/>
          </ac:spMkLst>
        </pc:spChg>
        <pc:inkChg chg="add">
          <ac:chgData name="Ives, Ryan" userId="S::rives2@montgomerycollege.edu::5a66543c-cd70-405c-a9d0-cc8b63a4c595" providerId="AD" clId="Web-{E2D15001-4AEF-64C8-5B04-3E92D222F8F5}" dt="2025-11-16T01:47:21.026" v="687"/>
          <ac:inkMkLst>
            <pc:docMk/>
            <pc:sldMk cId="0" sldId="257"/>
            <ac:inkMk id="14" creationId="{5CB06069-CCF6-CF26-8379-D83A2447881D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47:30.402" v="688"/>
          <ac:inkMkLst>
            <pc:docMk/>
            <pc:sldMk cId="0" sldId="257"/>
            <ac:inkMk id="15" creationId="{8CF972D2-D5BE-D8AB-FC1A-E89093CC053D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47:35.433" v="689"/>
          <ac:inkMkLst>
            <pc:docMk/>
            <pc:sldMk cId="0" sldId="257"/>
            <ac:inkMk id="16" creationId="{629DB6D5-D6F8-6D98-CDCA-076EE82AD189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47:40.761" v="690"/>
          <ac:inkMkLst>
            <pc:docMk/>
            <pc:sldMk cId="0" sldId="257"/>
            <ac:inkMk id="17" creationId="{074AA6F9-2AB5-1B6F-B9F4-42D1F8B0B2A9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6T01:47:57.387" v="693"/>
          <ac:inkMkLst>
            <pc:docMk/>
            <pc:sldMk cId="0" sldId="257"/>
            <ac:inkMk id="18" creationId="{CBE55C67-4DD0-21BB-672F-08A654D5D171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47:51.856" v="692"/>
          <ac:inkMkLst>
            <pc:docMk/>
            <pc:sldMk cId="0" sldId="257"/>
            <ac:inkMk id="19" creationId="{65B9FE92-CAB9-A9F6-C437-11B3B297C093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48:06.278" v="694"/>
          <ac:inkMkLst>
            <pc:docMk/>
            <pc:sldMk cId="0" sldId="257"/>
            <ac:inkMk id="20" creationId="{C8FF3E62-C3BB-0A93-93C5-8F527009860A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48:50.326" v="695"/>
          <ac:inkMkLst>
            <pc:docMk/>
            <pc:sldMk cId="0" sldId="257"/>
            <ac:inkMk id="21" creationId="{8A5ED069-7BFC-9738-EC10-433D1F90C428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48:55.357" v="696"/>
          <ac:inkMkLst>
            <pc:docMk/>
            <pc:sldMk cId="0" sldId="257"/>
            <ac:inkMk id="22" creationId="{89E9F567-7C6A-AFCF-2CC6-50E745D4C8F3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6T01:49:14.842" v="709"/>
          <ac:inkMkLst>
            <pc:docMk/>
            <pc:sldMk cId="0" sldId="257"/>
            <ac:inkMk id="24" creationId="{B79784F9-B6C7-8738-9F62-5A1408F850DB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6T01:49:14.530" v="708"/>
          <ac:inkMkLst>
            <pc:docMk/>
            <pc:sldMk cId="0" sldId="257"/>
            <ac:inkMk id="25" creationId="{5C0C6C83-B8FE-3590-17A8-217398139341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6T01:49:14.389" v="707"/>
          <ac:inkMkLst>
            <pc:docMk/>
            <pc:sldMk cId="0" sldId="257"/>
            <ac:inkMk id="26" creationId="{F58A9C55-E6CD-EB46-8249-CB39867D930F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6T01:49:14.248" v="706"/>
          <ac:inkMkLst>
            <pc:docMk/>
            <pc:sldMk cId="0" sldId="257"/>
            <ac:inkMk id="27" creationId="{404FD55B-B99F-8A0B-16C4-FA94FF43A917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49:41.171" v="712"/>
          <ac:inkMkLst>
            <pc:docMk/>
            <pc:sldMk cId="0" sldId="257"/>
            <ac:inkMk id="28" creationId="{41671EE6-E171-340A-AB5F-9637FA6BDA09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49:43.343" v="713"/>
          <ac:inkMkLst>
            <pc:docMk/>
            <pc:sldMk cId="0" sldId="257"/>
            <ac:inkMk id="29" creationId="{CB0B3736-29D0-05BE-DACB-313788C015BF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49:48.249" v="714"/>
          <ac:inkMkLst>
            <pc:docMk/>
            <pc:sldMk cId="0" sldId="257"/>
            <ac:inkMk id="30" creationId="{4DD15225-45B0-A1B6-E5FC-9B117B3DE72A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49:50.234" v="715"/>
          <ac:inkMkLst>
            <pc:docMk/>
            <pc:sldMk cId="0" sldId="257"/>
            <ac:inkMk id="31" creationId="{4F515FEA-6443-7D31-5D4B-763C67E3FC01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6T01:50:34.766" v="741"/>
          <ac:inkMkLst>
            <pc:docMk/>
            <pc:sldMk cId="0" sldId="257"/>
            <ac:inkMk id="33" creationId="{E89F2A6B-BA1B-9EA5-D2F1-A439BE98F862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6T01:50:34.610" v="740"/>
          <ac:inkMkLst>
            <pc:docMk/>
            <pc:sldMk cId="0" sldId="257"/>
            <ac:inkMk id="34" creationId="{A4282FC4-7720-0710-7F1A-E71A7791EA46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6T01:50:34.453" v="739"/>
          <ac:inkMkLst>
            <pc:docMk/>
            <pc:sldMk cId="0" sldId="257"/>
            <ac:inkMk id="35" creationId="{2C2891BD-68B7-66B0-71DD-ABA8FB4D76CB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6T01:50:40.719" v="745"/>
          <ac:inkMkLst>
            <pc:docMk/>
            <pc:sldMk cId="0" sldId="257"/>
            <ac:inkMk id="36" creationId="{D3538A1B-4772-D04B-A493-FDDE0CBD4FA3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1:30.626" v="766"/>
          <ac:inkMkLst>
            <pc:docMk/>
            <pc:sldMk cId="0" sldId="257"/>
            <ac:inkMk id="37" creationId="{2D6F5BCB-E9D0-2460-4F2A-7023ADDE9388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1:33.001" v="767"/>
          <ac:inkMkLst>
            <pc:docMk/>
            <pc:sldMk cId="0" sldId="257"/>
            <ac:inkMk id="38" creationId="{3AB08752-F1B1-3E67-049F-F3B841C53CE0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1:35.361" v="768"/>
          <ac:inkMkLst>
            <pc:docMk/>
            <pc:sldMk cId="0" sldId="257"/>
            <ac:inkMk id="39" creationId="{223FAC10-C84C-B799-C91F-5ABED334A533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1:37.705" v="769"/>
          <ac:inkMkLst>
            <pc:docMk/>
            <pc:sldMk cId="0" sldId="257"/>
            <ac:inkMk id="40" creationId="{DB58469D-33D7-C521-245B-202E0A9D21AD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1:41.033" v="770"/>
          <ac:inkMkLst>
            <pc:docMk/>
            <pc:sldMk cId="0" sldId="257"/>
            <ac:inkMk id="41" creationId="{9FBB2509-C02F-708D-32AE-29C7AD717FE2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1:44.080" v="771"/>
          <ac:inkMkLst>
            <pc:docMk/>
            <pc:sldMk cId="0" sldId="257"/>
            <ac:inkMk id="42" creationId="{D3C98482-F737-F95E-9DB8-89784494DF29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1:52.908" v="772"/>
          <ac:inkMkLst>
            <pc:docMk/>
            <pc:sldMk cId="0" sldId="257"/>
            <ac:inkMk id="43" creationId="{EF3148F8-B87E-790F-C07D-B105D0D54AB9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1:55.033" v="773"/>
          <ac:inkMkLst>
            <pc:docMk/>
            <pc:sldMk cId="0" sldId="257"/>
            <ac:inkMk id="44" creationId="{CC81FBD3-77C0-B860-9AED-129741DE8706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1:57.674" v="774"/>
          <ac:inkMkLst>
            <pc:docMk/>
            <pc:sldMk cId="0" sldId="257"/>
            <ac:inkMk id="45" creationId="{B2364DDB-72DC-18AD-4F35-47802D30A3BF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2:00.424" v="775"/>
          <ac:inkMkLst>
            <pc:docMk/>
            <pc:sldMk cId="0" sldId="257"/>
            <ac:inkMk id="46" creationId="{56098A82-03CB-1E5A-68DF-76AB2912F92F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2:04.189" v="776"/>
          <ac:inkMkLst>
            <pc:docMk/>
            <pc:sldMk cId="0" sldId="257"/>
            <ac:inkMk id="47" creationId="{F202FEEA-5587-623E-DF58-BF518389623B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2:06.971" v="777"/>
          <ac:inkMkLst>
            <pc:docMk/>
            <pc:sldMk cId="0" sldId="257"/>
            <ac:inkMk id="48" creationId="{EC767E18-AA70-C9D4-3E42-70ACBDCFCFA8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2:44.112" v="792"/>
          <ac:inkMkLst>
            <pc:docMk/>
            <pc:sldMk cId="0" sldId="257"/>
            <ac:inkMk id="50" creationId="{4A9186A1-F8E5-202F-5365-2CECE06106BA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2:46.299" v="793"/>
          <ac:inkMkLst>
            <pc:docMk/>
            <pc:sldMk cId="0" sldId="257"/>
            <ac:inkMk id="51" creationId="{A82CFB03-909B-B556-E138-7484F09FA6C6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2:49.268" v="794"/>
          <ac:inkMkLst>
            <pc:docMk/>
            <pc:sldMk cId="0" sldId="257"/>
            <ac:inkMk id="52" creationId="{0890E9FD-6CE8-46C1-E53E-16C4F910AF08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2:50.924" v="795"/>
          <ac:inkMkLst>
            <pc:docMk/>
            <pc:sldMk cId="0" sldId="257"/>
            <ac:inkMk id="53" creationId="{45ED48D2-DC24-03BE-7B2E-841E01E12770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3:36.285" v="809"/>
          <ac:inkMkLst>
            <pc:docMk/>
            <pc:sldMk cId="0" sldId="257"/>
            <ac:inkMk id="55" creationId="{46AB3F62-6D3E-D95E-7FCB-F6F5A430658B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3:38.675" v="810"/>
          <ac:inkMkLst>
            <pc:docMk/>
            <pc:sldMk cId="0" sldId="257"/>
            <ac:inkMk id="56" creationId="{E4A536FF-64CF-35A4-F030-AD394C0F10B0}"/>
          </ac:inkMkLst>
        </pc:inkChg>
      </pc:sldChg>
      <pc:sldChg chg="addSp modSp">
        <pc:chgData name="Ives, Ryan" userId="S::rives2@montgomerycollege.edu::5a66543c-cd70-405c-a9d0-cc8b63a4c595" providerId="AD" clId="Web-{E2D15001-4AEF-64C8-5B04-3E92D222F8F5}" dt="2025-11-16T01:59:49.946" v="988"/>
        <pc:sldMkLst>
          <pc:docMk/>
          <pc:sldMk cId="0" sldId="258"/>
        </pc:sldMkLst>
        <pc:spChg chg="add mod">
          <ac:chgData name="Ives, Ryan" userId="S::rives2@montgomerycollege.edu::5a66543c-cd70-405c-a9d0-cc8b63a4c595" providerId="AD" clId="Web-{E2D15001-4AEF-64C8-5B04-3E92D222F8F5}" dt="2025-11-16T01:59:24.976" v="976" actId="20577"/>
          <ac:spMkLst>
            <pc:docMk/>
            <pc:sldMk cId="0" sldId="258"/>
            <ac:spMk id="2" creationId="{21F18272-9E90-24FB-3C4B-6AA4F392369D}"/>
          </ac:spMkLst>
        </pc:spChg>
        <pc:inkChg chg="add">
          <ac:chgData name="Ives, Ryan" userId="S::rives2@montgomerycollege.edu::5a66543c-cd70-405c-a9d0-cc8b63a4c595" providerId="AD" clId="Web-{E2D15001-4AEF-64C8-5B04-3E92D222F8F5}" dt="2025-11-16T01:59:25.038" v="977"/>
          <ac:inkMkLst>
            <pc:docMk/>
            <pc:sldMk cId="0" sldId="258"/>
            <ac:inkMk id="3" creationId="{DEC5947D-E8F1-15C5-EBE5-6DFB754A8328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9:26.523" v="978"/>
          <ac:inkMkLst>
            <pc:docMk/>
            <pc:sldMk cId="0" sldId="258"/>
            <ac:inkMk id="4" creationId="{A53672F7-0F7C-695B-A801-5A33F7693B29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9:28.836" v="979"/>
          <ac:inkMkLst>
            <pc:docMk/>
            <pc:sldMk cId="0" sldId="258"/>
            <ac:inkMk id="5" creationId="{D7D8A2EB-76B4-D73F-7419-7AB721E78EE1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9:30.601" v="980"/>
          <ac:inkMkLst>
            <pc:docMk/>
            <pc:sldMk cId="0" sldId="258"/>
            <ac:inkMk id="6" creationId="{D7B4CCF4-2C1F-B2EC-05D0-024ED14C27E3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9:33.414" v="981"/>
          <ac:inkMkLst>
            <pc:docMk/>
            <pc:sldMk cId="0" sldId="258"/>
            <ac:inkMk id="7" creationId="{DCB9FE84-4C71-2CC6-6D12-37BB1677C667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9:35.336" v="982"/>
          <ac:inkMkLst>
            <pc:docMk/>
            <pc:sldMk cId="0" sldId="258"/>
            <ac:inkMk id="8" creationId="{F36D81C7-B9C5-2B62-DB78-A9BEA058C67F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9:38.477" v="983"/>
          <ac:inkMkLst>
            <pc:docMk/>
            <pc:sldMk cId="0" sldId="258"/>
            <ac:inkMk id="9" creationId="{038FAFAF-BE83-4575-1295-C2ECCF8CB422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9:40.743" v="984"/>
          <ac:inkMkLst>
            <pc:docMk/>
            <pc:sldMk cId="0" sldId="258"/>
            <ac:inkMk id="10" creationId="{E397D420-C6BC-D625-FC61-C39CE93BB5B5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9:43.493" v="985"/>
          <ac:inkMkLst>
            <pc:docMk/>
            <pc:sldMk cId="0" sldId="258"/>
            <ac:inkMk id="11" creationId="{9F1A894D-3F46-7395-5FBF-A07CCD82AD8D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9:45.399" v="986"/>
          <ac:inkMkLst>
            <pc:docMk/>
            <pc:sldMk cId="0" sldId="258"/>
            <ac:inkMk id="12" creationId="{70E03D48-B1AA-BD83-7EE7-D5605143782C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9:48.071" v="987"/>
          <ac:inkMkLst>
            <pc:docMk/>
            <pc:sldMk cId="0" sldId="258"/>
            <ac:inkMk id="13" creationId="{B605226C-E444-74C4-DBC5-D44392155364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1:59:49.946" v="988"/>
          <ac:inkMkLst>
            <pc:docMk/>
            <pc:sldMk cId="0" sldId="258"/>
            <ac:inkMk id="14" creationId="{BC5C43D3-C8D2-9007-3B9A-1FDF25D7E033}"/>
          </ac:inkMkLst>
        </pc:inkChg>
      </pc:sldChg>
      <pc:sldChg chg="addSp delSp modSp">
        <pc:chgData name="Ives, Ryan" userId="S::rives2@montgomerycollege.edu::5a66543c-cd70-405c-a9d0-cc8b63a4c595" providerId="AD" clId="Web-{E2D15001-4AEF-64C8-5B04-3E92D222F8F5}" dt="2025-11-16T01:55:08.145" v="816" actId="20577"/>
        <pc:sldMkLst>
          <pc:docMk/>
          <pc:sldMk cId="2845338279" sldId="259"/>
        </pc:sldMkLst>
        <pc:spChg chg="mod">
          <ac:chgData name="Ives, Ryan" userId="S::rives2@montgomerycollege.edu::5a66543c-cd70-405c-a9d0-cc8b63a4c595" providerId="AD" clId="Web-{E2D15001-4AEF-64C8-5B04-3E92D222F8F5}" dt="2025-11-16T01:54:57.317" v="814" actId="20577"/>
          <ac:spMkLst>
            <pc:docMk/>
            <pc:sldMk cId="2845338279" sldId="259"/>
            <ac:spMk id="3" creationId="{644F9C34-5703-4C24-9E52-5CCFFBD67C78}"/>
          </ac:spMkLst>
        </pc:spChg>
        <pc:spChg chg="mod">
          <ac:chgData name="Ives, Ryan" userId="S::rives2@montgomerycollege.edu::5a66543c-cd70-405c-a9d0-cc8b63a4c595" providerId="AD" clId="Web-{E2D15001-4AEF-64C8-5B04-3E92D222F8F5}" dt="2025-11-16T01:55:08.145" v="816" actId="20577"/>
          <ac:spMkLst>
            <pc:docMk/>
            <pc:sldMk cId="2845338279" sldId="259"/>
            <ac:spMk id="4" creationId="{F45A182C-00FA-4567-8FE6-CAFB6DBCF4CD}"/>
          </ac:spMkLst>
        </pc:spChg>
        <pc:inkChg chg="add del">
          <ac:chgData name="Ives, Ryan" userId="S::rives2@montgomerycollege.edu::5a66543c-cd70-405c-a9d0-cc8b63a4c595" providerId="AD" clId="Web-{E2D15001-4AEF-64C8-5B04-3E92D222F8F5}" dt="2025-11-16T01:54:12.910" v="812"/>
          <ac:inkMkLst>
            <pc:docMk/>
            <pc:sldMk cId="2845338279" sldId="259"/>
            <ac:inkMk id="5" creationId="{7BBE25B0-9E4E-047D-4123-CFA58EFD3FB8}"/>
          </ac:inkMkLst>
        </pc:inkChg>
      </pc:sldChg>
      <pc:sldChg chg="addSp delSp modSp">
        <pc:chgData name="Ives, Ryan" userId="S::rives2@montgomerycollege.edu::5a66543c-cd70-405c-a9d0-cc8b63a4c595" providerId="AD" clId="Web-{E2D15001-4AEF-64C8-5B04-3E92D222F8F5}" dt="2025-11-16T02:12:45.444" v="1194" actId="1076"/>
        <pc:sldMkLst>
          <pc:docMk/>
          <pc:sldMk cId="0" sldId="261"/>
        </pc:sldMkLst>
        <pc:spChg chg="add mod">
          <ac:chgData name="Ives, Ryan" userId="S::rives2@montgomerycollege.edu::5a66543c-cd70-405c-a9d0-cc8b63a4c595" providerId="AD" clId="Web-{E2D15001-4AEF-64C8-5B04-3E92D222F8F5}" dt="2025-11-16T02:08:17.143" v="1133" actId="20577"/>
          <ac:spMkLst>
            <pc:docMk/>
            <pc:sldMk cId="0" sldId="261"/>
            <ac:spMk id="2" creationId="{63530FA5-1CC8-5E9B-3ECF-B8990E93D4FB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2:09:19.972" v="1137" actId="20577"/>
          <ac:spMkLst>
            <pc:docMk/>
            <pc:sldMk cId="0" sldId="261"/>
            <ac:spMk id="6" creationId="{9A51AA08-D56B-5A84-F05F-56AA0F21E74A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2:09:37.754" v="1141" actId="20577"/>
          <ac:spMkLst>
            <pc:docMk/>
            <pc:sldMk cId="0" sldId="261"/>
            <ac:spMk id="7" creationId="{5039E7C3-D32D-95F6-0000-8CA1727C5046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2:09:40.222" v="1144" actId="20577"/>
          <ac:spMkLst>
            <pc:docMk/>
            <pc:sldMk cId="0" sldId="261"/>
            <ac:spMk id="8" creationId="{4AFD8581-2D7C-B10E-19B5-3EE3D9D7D29C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2:09:45.019" v="1147" actId="20577"/>
          <ac:spMkLst>
            <pc:docMk/>
            <pc:sldMk cId="0" sldId="261"/>
            <ac:spMk id="9" creationId="{1315F7A2-6C4D-61FD-30C6-429616A31C6D}"/>
          </ac:spMkLst>
        </pc:spChg>
        <pc:spChg chg="add del mod">
          <ac:chgData name="Ives, Ryan" userId="S::rives2@montgomerycollege.edu::5a66543c-cd70-405c-a9d0-cc8b63a4c595" providerId="AD" clId="Web-{E2D15001-4AEF-64C8-5B04-3E92D222F8F5}" dt="2025-11-16T02:09:53.629" v="1150"/>
          <ac:spMkLst>
            <pc:docMk/>
            <pc:sldMk cId="0" sldId="261"/>
            <ac:spMk id="10" creationId="{1856A837-941A-3C80-679E-5CD664DC0282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2:10:09.942" v="1155" actId="1076"/>
          <ac:spMkLst>
            <pc:docMk/>
            <pc:sldMk cId="0" sldId="261"/>
            <ac:spMk id="11" creationId="{12519FC5-383D-273C-23DD-4C05D3D67044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2:10:22.457" v="1159" actId="1076"/>
          <ac:spMkLst>
            <pc:docMk/>
            <pc:sldMk cId="0" sldId="261"/>
            <ac:spMk id="12" creationId="{FBD7833C-D614-1B87-29DB-6270FA674DC3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2:11:24.818" v="1171" actId="20577"/>
          <ac:spMkLst>
            <pc:docMk/>
            <pc:sldMk cId="0" sldId="261"/>
            <ac:spMk id="21" creationId="{BA67FD83-C4FF-CA81-E097-4DACD165B91A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2:11:32.755" v="1175" actId="20577"/>
          <ac:spMkLst>
            <pc:docMk/>
            <pc:sldMk cId="0" sldId="261"/>
            <ac:spMk id="22" creationId="{67E8F3F3-554C-1B27-B999-86B55CE6B4B5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2:11:53.396" v="1183" actId="1076"/>
          <ac:spMkLst>
            <pc:docMk/>
            <pc:sldMk cId="0" sldId="261"/>
            <ac:spMk id="23" creationId="{E74C6075-7327-78A3-776D-B1AAD02A896B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2:12:07.287" v="1186" actId="20577"/>
          <ac:spMkLst>
            <pc:docMk/>
            <pc:sldMk cId="0" sldId="261"/>
            <ac:spMk id="26" creationId="{89246B28-C21C-2C9B-40E9-908B018F8959}"/>
          </ac:spMkLst>
        </pc:spChg>
        <pc:spChg chg="add mod">
          <ac:chgData name="Ives, Ryan" userId="S::rives2@montgomerycollege.edu::5a66543c-cd70-405c-a9d0-cc8b63a4c595" providerId="AD" clId="Web-{E2D15001-4AEF-64C8-5B04-3E92D222F8F5}" dt="2025-11-16T02:12:45.444" v="1194" actId="1076"/>
          <ac:spMkLst>
            <pc:docMk/>
            <pc:sldMk cId="0" sldId="261"/>
            <ac:spMk id="28" creationId="{2A7D4FB6-FC75-0FEF-671E-2BB121DC6CEB}"/>
          </ac:spMkLst>
        </pc:spChg>
        <pc:inkChg chg="add del">
          <ac:chgData name="Ives, Ryan" userId="S::rives2@montgomerycollege.edu::5a66543c-cd70-405c-a9d0-cc8b63a4c595" providerId="AD" clId="Web-{E2D15001-4AEF-64C8-5B04-3E92D222F8F5}" dt="2025-11-16T02:02:52.540" v="1003"/>
          <ac:inkMkLst>
            <pc:docMk/>
            <pc:sldMk cId="0" sldId="261"/>
            <ac:inkMk id="3" creationId="{224199FC-B84E-A975-F6C1-F829F6F1C8FF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6T02:02:52.493" v="1002"/>
          <ac:inkMkLst>
            <pc:docMk/>
            <pc:sldMk cId="0" sldId="261"/>
            <ac:inkMk id="4" creationId="{EE1BE53F-5D62-D196-937B-1896D64102E9}"/>
          </ac:inkMkLst>
        </pc:inkChg>
        <pc:inkChg chg="add mod">
          <ac:chgData name="Ives, Ryan" userId="S::rives2@montgomerycollege.edu::5a66543c-cd70-405c-a9d0-cc8b63a4c595" providerId="AD" clId="Web-{E2D15001-4AEF-64C8-5B04-3E92D222F8F5}" dt="2025-11-16T02:08:27.534" v="1134" actId="1076"/>
          <ac:inkMkLst>
            <pc:docMk/>
            <pc:sldMk cId="0" sldId="261"/>
            <ac:inkMk id="5" creationId="{CF4198C5-A2F3-3174-6939-863D82D0EC6C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2:10:36.411" v="1160"/>
          <ac:inkMkLst>
            <pc:docMk/>
            <pc:sldMk cId="0" sldId="261"/>
            <ac:inkMk id="13" creationId="{29D8AFB6-F723-2F3B-1544-CFBC7A917F6C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2:10:42.208" v="1161"/>
          <ac:inkMkLst>
            <pc:docMk/>
            <pc:sldMk cId="0" sldId="261"/>
            <ac:inkMk id="14" creationId="{48301333-262E-334A-9E51-59A41BF67664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2:10:47.130" v="1162"/>
          <ac:inkMkLst>
            <pc:docMk/>
            <pc:sldMk cId="0" sldId="261"/>
            <ac:inkMk id="15" creationId="{E732EB13-8F93-8298-D0E3-4E521DEE554F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2:10:50.458" v="1163"/>
          <ac:inkMkLst>
            <pc:docMk/>
            <pc:sldMk cId="0" sldId="261"/>
            <ac:inkMk id="16" creationId="{DD95C3AF-273D-4A4A-130C-D173DEAE1264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2:10:55.505" v="1164"/>
          <ac:inkMkLst>
            <pc:docMk/>
            <pc:sldMk cId="0" sldId="261"/>
            <ac:inkMk id="17" creationId="{BD560280-20A3-1CCC-513C-772375FBAD5C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2:10:58.692" v="1165"/>
          <ac:inkMkLst>
            <pc:docMk/>
            <pc:sldMk cId="0" sldId="261"/>
            <ac:inkMk id="18" creationId="{86E8D6DE-A50D-7451-72B0-8D9B20D95DBB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2:11:01.911" v="1166"/>
          <ac:inkMkLst>
            <pc:docMk/>
            <pc:sldMk cId="0" sldId="261"/>
            <ac:inkMk id="19" creationId="{C2059EC6-AC41-2A5E-0055-FDC2C40A14B2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2:11:08.599" v="1167"/>
          <ac:inkMkLst>
            <pc:docMk/>
            <pc:sldMk cId="0" sldId="261"/>
            <ac:inkMk id="20" creationId="{883415D2-F211-00CA-12A9-B3579475899F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6T02:11:42.052" v="1182"/>
          <ac:inkMkLst>
            <pc:docMk/>
            <pc:sldMk cId="0" sldId="261"/>
            <ac:inkMk id="24" creationId="{F8E92BCB-6B14-75B6-4A8D-47F556101470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6T02:11:41.927" v="1181"/>
          <ac:inkMkLst>
            <pc:docMk/>
            <pc:sldMk cId="0" sldId="261"/>
            <ac:inkMk id="25" creationId="{D3FE7A90-B65E-BDCA-79EA-F49340816BE7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2:12:07.350" v="1187"/>
          <ac:inkMkLst>
            <pc:docMk/>
            <pc:sldMk cId="0" sldId="261"/>
            <ac:inkMk id="27" creationId="{A0FEC983-7F63-ECB7-7F3C-1ED56671503F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2:12:20.100" v="1191"/>
          <ac:inkMkLst>
            <pc:docMk/>
            <pc:sldMk cId="0" sldId="261"/>
            <ac:inkMk id="29" creationId="{37E6D5E8-9038-CE0F-9D1C-0C4F4C0452FA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6T02:12:27.147" v="1193"/>
          <ac:inkMkLst>
            <pc:docMk/>
            <pc:sldMk cId="0" sldId="261"/>
            <ac:inkMk id="30" creationId="{61DC4C80-6317-E37E-2B3E-0DAD6E670072}"/>
          </ac:inkMkLst>
        </pc:inkChg>
      </pc:sldChg>
      <pc:sldChg chg="addSp modSp">
        <pc:chgData name="Ives, Ryan" userId="S::rives2@montgomerycollege.edu::5a66543c-cd70-405c-a9d0-cc8b63a4c595" providerId="AD" clId="Web-{E2D15001-4AEF-64C8-5B04-3E92D222F8F5}" dt="2025-11-16T03:47:39.404" v="1226" actId="14100"/>
        <pc:sldMkLst>
          <pc:docMk/>
          <pc:sldMk cId="0" sldId="262"/>
        </pc:sldMkLst>
        <pc:spChg chg="add mod">
          <ac:chgData name="Ives, Ryan" userId="S::rives2@montgomerycollege.edu::5a66543c-cd70-405c-a9d0-cc8b63a4c595" providerId="AD" clId="Web-{E2D15001-4AEF-64C8-5B04-3E92D222F8F5}" dt="2025-11-16T03:47:14.543" v="1222" actId="20577"/>
          <ac:spMkLst>
            <pc:docMk/>
            <pc:sldMk cId="0" sldId="262"/>
            <ac:spMk id="2" creationId="{E4928B43-F006-C7E0-CA55-13C94FF5B55E}"/>
          </ac:spMkLst>
        </pc:spChg>
        <pc:picChg chg="add mod">
          <ac:chgData name="Ives, Ryan" userId="S::rives2@montgomerycollege.edu::5a66543c-cd70-405c-a9d0-cc8b63a4c595" providerId="AD" clId="Web-{E2D15001-4AEF-64C8-5B04-3E92D222F8F5}" dt="2025-11-16T03:47:39.404" v="1226" actId="14100"/>
          <ac:picMkLst>
            <pc:docMk/>
            <pc:sldMk cId="0" sldId="262"/>
            <ac:picMk id="3" creationId="{9EE4F6B9-2E27-8CC0-AE93-268F6EDDC29F}"/>
          </ac:picMkLst>
        </pc:picChg>
      </pc:sldChg>
      <pc:sldChg chg="addSp delSp modSp">
        <pc:chgData name="Ives, Ryan" userId="S::rives2@montgomerycollege.edu::5a66543c-cd70-405c-a9d0-cc8b63a4c595" providerId="AD" clId="Web-{E2D15001-4AEF-64C8-5B04-3E92D222F8F5}" dt="2025-11-16T03:57:26.599" v="1272"/>
        <pc:sldMkLst>
          <pc:docMk/>
          <pc:sldMk cId="0" sldId="263"/>
        </pc:sldMkLst>
        <pc:spChg chg="add mod">
          <ac:chgData name="Ives, Ryan" userId="S::rives2@montgomerycollege.edu::5a66543c-cd70-405c-a9d0-cc8b63a4c595" providerId="AD" clId="Web-{E2D15001-4AEF-64C8-5B04-3E92D222F8F5}" dt="2025-11-16T03:53:32.187" v="1258" actId="14100"/>
          <ac:spMkLst>
            <pc:docMk/>
            <pc:sldMk cId="0" sldId="263"/>
            <ac:spMk id="2" creationId="{6BC630A1-EEE0-DBFB-D75F-2F97AAF207F0}"/>
          </ac:spMkLst>
        </pc:spChg>
        <pc:picChg chg="add del mod">
          <ac:chgData name="Ives, Ryan" userId="S::rives2@montgomerycollege.edu::5a66543c-cd70-405c-a9d0-cc8b63a4c595" providerId="AD" clId="Web-{E2D15001-4AEF-64C8-5B04-3E92D222F8F5}" dt="2025-11-16T03:56:26.410" v="1260"/>
          <ac:picMkLst>
            <pc:docMk/>
            <pc:sldMk cId="0" sldId="263"/>
            <ac:picMk id="3" creationId="{3A1D8FD3-2FD5-E3E1-5192-31272FE341BF}"/>
          </ac:picMkLst>
        </pc:picChg>
        <pc:picChg chg="add mod">
          <ac:chgData name="Ives, Ryan" userId="S::rives2@montgomerycollege.edu::5a66543c-cd70-405c-a9d0-cc8b63a4c595" providerId="AD" clId="Web-{E2D15001-4AEF-64C8-5B04-3E92D222F8F5}" dt="2025-11-16T03:56:39.254" v="1263" actId="1076"/>
          <ac:picMkLst>
            <pc:docMk/>
            <pc:sldMk cId="0" sldId="263"/>
            <ac:picMk id="4" creationId="{9660C7AD-8C14-843A-2CE5-2E71CDC1DE50}"/>
          </ac:picMkLst>
        </pc:picChg>
        <pc:inkChg chg="add">
          <ac:chgData name="Ives, Ryan" userId="S::rives2@montgomerycollege.edu::5a66543c-cd70-405c-a9d0-cc8b63a4c595" providerId="AD" clId="Web-{E2D15001-4AEF-64C8-5B04-3E92D222F8F5}" dt="2025-11-16T03:56:51.364" v="1264"/>
          <ac:inkMkLst>
            <pc:docMk/>
            <pc:sldMk cId="0" sldId="263"/>
            <ac:inkMk id="5" creationId="{8CD9BF37-B02A-4DF8-60AE-2B48C1E0184C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3:57:09.317" v="1265"/>
          <ac:inkMkLst>
            <pc:docMk/>
            <pc:sldMk cId="0" sldId="263"/>
            <ac:inkMk id="6" creationId="{CFAD0472-2FB3-4A9C-B216-45459D0F6774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3:57:11.864" v="1266"/>
          <ac:inkMkLst>
            <pc:docMk/>
            <pc:sldMk cId="0" sldId="263"/>
            <ac:inkMk id="7" creationId="{62840F09-5016-4113-F821-6A77CB34864D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3:57:14.380" v="1267"/>
          <ac:inkMkLst>
            <pc:docMk/>
            <pc:sldMk cId="0" sldId="263"/>
            <ac:inkMk id="8" creationId="{E775EEE2-00CC-9696-E3B3-66220796104F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3:57:17.020" v="1268"/>
          <ac:inkMkLst>
            <pc:docMk/>
            <pc:sldMk cId="0" sldId="263"/>
            <ac:inkMk id="9" creationId="{CB14DEF6-A88D-FB11-0D95-9114B15E6D60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3:57:19.364" v="1269"/>
          <ac:inkMkLst>
            <pc:docMk/>
            <pc:sldMk cId="0" sldId="263"/>
            <ac:inkMk id="10" creationId="{348DBA43-8539-8928-BB40-20618F5BF970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3:57:21.833" v="1270"/>
          <ac:inkMkLst>
            <pc:docMk/>
            <pc:sldMk cId="0" sldId="263"/>
            <ac:inkMk id="11" creationId="{451B5D92-B475-C495-1777-98C81E046B23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3:57:24.458" v="1271"/>
          <ac:inkMkLst>
            <pc:docMk/>
            <pc:sldMk cId="0" sldId="263"/>
            <ac:inkMk id="12" creationId="{87CA006A-BCBF-00E1-5E20-8A609C34EE43}"/>
          </ac:inkMkLst>
        </pc:inkChg>
        <pc:inkChg chg="add">
          <ac:chgData name="Ives, Ryan" userId="S::rives2@montgomerycollege.edu::5a66543c-cd70-405c-a9d0-cc8b63a4c595" providerId="AD" clId="Web-{E2D15001-4AEF-64C8-5B04-3E92D222F8F5}" dt="2025-11-16T03:57:26.599" v="1272"/>
          <ac:inkMkLst>
            <pc:docMk/>
            <pc:sldMk cId="0" sldId="263"/>
            <ac:inkMk id="13" creationId="{76DEADA8-0EA3-19FB-A81B-D6D1166AD07E}"/>
          </ac:inkMkLst>
        </pc:inkChg>
      </pc:sldChg>
      <pc:sldChg chg="addSp delSp modSp">
        <pc:chgData name="Ives, Ryan" userId="S::rives2@montgomerycollege.edu::5a66543c-cd70-405c-a9d0-cc8b63a4c595" providerId="AD" clId="Web-{E2D15001-4AEF-64C8-5B04-3E92D222F8F5}" dt="2025-11-16T04:00:43.930" v="1280" actId="20577"/>
        <pc:sldMkLst>
          <pc:docMk/>
          <pc:sldMk cId="0" sldId="264"/>
        </pc:sldMkLst>
        <pc:spChg chg="add mod">
          <ac:chgData name="Ives, Ryan" userId="S::rives2@montgomerycollege.edu::5a66543c-cd70-405c-a9d0-cc8b63a4c595" providerId="AD" clId="Web-{E2D15001-4AEF-64C8-5B04-3E92D222F8F5}" dt="2025-11-16T04:00:43.930" v="1280" actId="20577"/>
          <ac:spMkLst>
            <pc:docMk/>
            <pc:sldMk cId="0" sldId="264"/>
            <ac:spMk id="4" creationId="{F639FAB6-AD41-97E4-A4E1-AA6670A9A032}"/>
          </ac:spMkLst>
        </pc:spChg>
        <pc:inkChg chg="add">
          <ac:chgData name="Ives, Ryan" userId="S::rives2@montgomerycollege.edu::5a66543c-cd70-405c-a9d0-cc8b63a4c595" providerId="AD" clId="Web-{E2D15001-4AEF-64C8-5B04-3E92D222F8F5}" dt="2025-11-16T04:00:23.164" v="1273"/>
          <ac:inkMkLst>
            <pc:docMk/>
            <pc:sldMk cId="0" sldId="264"/>
            <ac:inkMk id="2" creationId="{DBC878FD-364B-9CEE-CB45-B82D658FCC62}"/>
          </ac:inkMkLst>
        </pc:inkChg>
        <pc:inkChg chg="add del">
          <ac:chgData name="Ives, Ryan" userId="S::rives2@montgomerycollege.edu::5a66543c-cd70-405c-a9d0-cc8b63a4c595" providerId="AD" clId="Web-{E2D15001-4AEF-64C8-5B04-3E92D222F8F5}" dt="2025-11-16T04:00:34.024" v="1278"/>
          <ac:inkMkLst>
            <pc:docMk/>
            <pc:sldMk cId="0" sldId="264"/>
            <ac:inkMk id="5" creationId="{D3343186-E25F-AD1A-67BF-FF50E83C2DDA}"/>
          </ac:inkMkLst>
        </pc:inkChg>
      </pc:sldChg>
      <pc:sldChg chg="addSp modSp">
        <pc:chgData name="Ives, Ryan" userId="S::rives2@montgomerycollege.edu::5a66543c-cd70-405c-a9d0-cc8b63a4c595" providerId="AD" clId="Web-{E2D15001-4AEF-64C8-5B04-3E92D222F8F5}" dt="2025-11-16T04:03:43.107" v="1320" actId="20577"/>
        <pc:sldMkLst>
          <pc:docMk/>
          <pc:sldMk cId="0" sldId="265"/>
        </pc:sldMkLst>
        <pc:spChg chg="add mod">
          <ac:chgData name="Ives, Ryan" userId="S::rives2@montgomerycollege.edu::5a66543c-cd70-405c-a9d0-cc8b63a4c595" providerId="AD" clId="Web-{E2D15001-4AEF-64C8-5B04-3E92D222F8F5}" dt="2025-11-16T04:03:43.107" v="1320" actId="20577"/>
          <ac:spMkLst>
            <pc:docMk/>
            <pc:sldMk cId="0" sldId="265"/>
            <ac:spMk id="2" creationId="{8DBE2A4D-040F-4D82-AA03-3EC4DE5341F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10004 7351 16383 0 0,'1'0'0'0'0,"3"0"0"0"0,5-2 0 0 0,7-2 0 0 0,8-2 0 0 0,5-2 0 0 0,5-3 0 0 0,2 0 0 0 0,1-1 0 0 0,-2 1 0 0 0,-3 0 0 0 0,-3 2 0 0 0,-4 0 0 0 0,-4 2 0 0 0,-3 2 0 0 0,-3 1 0 0 0,-2 1 0 0 0,-1-1 0 0 0,-2 1 0 0 0,-1 0 0 0 0,-1 0 0 0 0,0-1 0 0 0,-1 0 0 0 0,1 0 0 0 0,1 0 0 0 0,-1 0 0 0 0,0 1 0 0 0,0 0 0 0 0,0 1 0 0 0,1-1 0 0 0,0 1 0 0 0,1-1 0 0 0,2 0 0 0 0,1-1 0 0 0,3 1 0 0 0,3 0 0 0 0,5-1 0 0 0,5 0 0 0 0,5 1 0 0 0,3 0 0 0 0,0 0 0 0 0,1 1 0 0 0,-1 0 0 0 0,-1-1 0 0 0,-1 1 0 0 0,-3-1 0 0 0,0 1 0 0 0,0 0 0 0 0,1-1 0 0 0,2 1 0 0 0,2 1 0 0 0,2 0 0 0 0,2 1 0 0 0,1-1 0 0 0,0-1 0 0 0,-1 0 0 0 0,0-1 0 0 0,-2-1 0 0 0,0 0 0 0 0,-1-1 0 0 0,-3 0 0 0 0,-3-1 0 0 0,-2 0 0 0 0,0 0 0 0 0,-1-1 0 0 0,-2 0 0 0 0,-1-1 0 0 0,-1 1 0 0 0,1 0 0 0 0,1-1 0 0 0,3 0 0 0 0,2 0 0 0 0,4-1 0 0 0,3 0 0 0 0,1 0 0 0 0,1 0 0 0 0,-3 0 0 0 0,-1 0 0 0 0,-1 1 0 0 0,-1 0 0 0 0,-2 0 0 0 0,0 0 0 0 0,-3 1 0 0 0,-2 1 0 0 0,-2 0 0 0 0,1 2 0 0 0,-1-1 0 0 0,0 2 0 0 0,0-1 0 0 0,0 1 0 0 0,-1-1 0 0 0,0 2 0 0 0,1-1 0 0 0,3 0 0 0 0,0-1 0 0 0,-2 1 0 0 0,-2 0 0 0 0,-3-1 0 0 0,-2 1 0 0 0,-2-1 0 0 0,1 0 0 0 0,-1-1 0 0 0,2 1 0 0 0,3 0 0 0 0,2 0 0 0 0,-1 0 0 0 0,-2 2 0 0 0,-3 0 0 0 0,-3 2 0 0 0,-3-1 0 0 0,-1 1 0 0 0,-2 0 0 0 0,1 1 0 0 0,0-1 0 0 0,1-1 0 0 0,3 0 0 0 0,1 0 0 0 0,-1-1 0 0 0,0 1 0 0 0,-4-3 0 0 0,-2-4-16383 0 0,-4-1 16383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13430 6595 16383 0 0,'1'0'0'0'0,"2"0"0"0"0,2 1 0 0 0,3 0 0 0 0,2 1 0 0 0,2 3 0 0 0,0 1 0 0 0,3 0 0 0 0,1 2 0 0 0,1 1 0 0 0,2 1 0 0 0,2 0 0 0 0,0 0 0 0 0,1 0 0 0 0,-2-3 0 0 0,-2 0 0 0 0,-2-2 0 0 0,-3 0 0 0 0,-3-1 0 0 0,-1-1 0 0 0,-3 1 0 0 0,-2-1 0 0 0,0 0 0 0 0,-1 1 0 0 0,0-1 0 0 0,0 1 0 0 0,0 1 0 0 0,1 0 0 0 0,0-1 0 0 0,-1 1 0 0 0,-1 0 0 0 0,0 1 0 0 0,-2 0 0 0 0,-1 0 0 0 0,-3 0 0 0 0,0 1 0 0 0,-3-2 0 0 0,-1 0 0 0 0,0 1 0 0 0,-1 1 0 0 0,1 1 0 0 0,-1-1 0 0 0,2 0 0 0 0,0 1 0 0 0,0-2 0 0 0,1 1 0 0 0,1 0 0 0 0,0 0 0 0 0,2 0 0 0 0,-1 2 0 0 0,1-1 0 0 0,0 0 0 0 0,-1 0 0 0 0,1-1 0 0 0,-1-1 0 0 0,0 0 0 0 0,0 0 0 0 0,-1 0 0 0 0,1 1 0 0 0,-2 1 0 0 0,-1 1 0 0 0,1-1 0 0 0,1 1 0 0 0,1 1 0 0 0,2-2 0 0 0,0 1 0 0 0,1-2 0 0 0,-2 2 0 0 0,0-1 0 0 0,-1 0 0 0 0,0 1 0 0 0,0-1 0 0 0,0-1 0 0 0,0-1 0 0 0,1 0 0 0 0,1 0 0 0 0,1-1 0 0 0,0 2 0 0 0,1 0 0 0 0,0 1 0 0 0,1 0 0 0 0,-1 2 0 0 0,-1 1 0 0 0,-1-1 0 0 0,-1-2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9362 8724 16383 0 0,'0'0'0'0'0,"0"-3"0"0"0,0-1 0 0 0,0-3 0 0 0,0-3 0 0 0,0-2 0 0 0,0-3 0 0 0,0-2 0 0 0,-1-3 0 0 0,-1 0 0 0 0,1-1 0 0 0,0 2 0 0 0,0 0 0 0 0,-1 1 0 0 0,1 2 0 0 0,-1 0 0 0 0,0 2 0 0 0,0-1 0 0 0,0 0 0 0 0,0-1 0 0 0,0 0 0 0 0,0 0 0 0 0,-1-1 0 0 0,2 1 0 0 0,-1 2 0 0 0,2 1 0 0 0,-1 0 0 0 0,1 1 0 0 0,0-2 0 0 0,0-1 0 0 0,-1-2 0 0 0,0 1 0 0 0,0-1 0 0 0,0 0 0 0 0,0 0 0 0 0,0 2 0 0 0,1-1 0 0 0,0 2 0 0 0,0 0 0 0 0,0 2 0 0 0,0 1 0 0 0,0-1 0 0 0,-1 0 0 0 0,0 0 0 0 0,-1 0 0 0 0,1-1 0 0 0,0 0 0 0 0,0 1 0 0 0,1-1 0 0 0,-1 0 0 0 0,0 0 0 0 0,-1 0 0 0 0,1 2 0 0 0,0 0 0 0 0,0 2 0 0 0,-1 0 0 0 0,1 1 0 0 0,-1 0 0 0 0,0 0 0 0 0,0 0 0 0 0,0-1 0 0 0,0 0 0 0 0,2 2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9101 7946 16383 0 0,'-1'0'0'0'0,"0"0"0"0"0,2 0 0 0 0,2-3 0 0 0,3-1 0 0 0,2-2 0 0 0,2-1 0 0 0,2 0 0 0 0,0-1 0 0 0,2-1 0 0 0,0 0 0 0 0,-1 1 0 0 0,0-1 0 0 0,-1 2 0 0 0,-3-1 0 0 0,0 0 0 0 0,-2-1 0 0 0,0 2 0 0 0,-1 0 0 0 0,-1 1 0 0 0,2 0 0 0 0,-1 0 0 0 0,1 0 0 0 0,1 1 0 0 0,-1 1 0 0 0,0 1 0 0 0,-1-1 0 0 0,-1 2 0 0 0,-1 2 0 0 0,2 1 0 0 0,0 4 0 0 0,2 2 0 0 0,-1 2 0 0 0,0 0 0 0 0,0 0 0 0 0,1 2 0 0 0,0-1 0 0 0,1 2 0 0 0,0 0 0 0 0,0 0 0 0 0,0 1 0 0 0,1 0 0 0 0,-1 0 0 0 0,0-3 0 0 0,-2 0 0 0 0,0-1 0 0 0,-1-1 0 0 0,0-2 0 0 0,-1-1 0 0 0,0 0 0 0 0,-1-2 0 0 0,1 1 0 0 0,0 0 0 0 0,0 1 0 0 0,0-1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14932 9503 16383 0 0,'0'1'0'0'0,"0"2"0"0"0,0 7 0 0 0,0 8 0 0 0,0 8 0 0 0,0 8 0 0 0,0 5 0 0 0,0 2 0 0 0,0 0 0 0 0,0 0 0 0 0,0-1 0 0 0,0-3 0 0 0,0-3 0 0 0,0-2 0 0 0,0-2 0 0 0,0 0 0 0 0,0-3 0 0 0,0-2 0 0 0,0-4 0 0 0,0-1 0 0 0,0 2 0 0 0,0 2 0 0 0,0 3 0 0 0,0 1 0 0 0,0 0 0 0 0,0-2 0 0 0,0-1 0 0 0,0-1 0 0 0,0-1 0 0 0,0 0 0 0 0,0-1 0 0 0,0-3 0 0 0,0-4 0 0 0,0 0 0 0 0,0-1 0 0 0,0 2 0 0 0,0 1 0 0 0,1 0 0 0 0,-1 0 0 0 0,2 0 0 0 0,-1-2 0 0 0,0-2 0 0 0,0-1 0 0 0,0-1 0 0 0,-1 0 0 0 0,0 0 0 0 0,0-1 0 0 0,1-1 0 0 0,0 0 0 0 0,0-2 0 0 0,1 0 0 0 0,-1 1 0 0 0,1 2 0 0 0,0 2 0 0 0,0 2 0 0 0,1 2 0 0 0,0-1 0 0 0,1-1 0 0 0,-1 0 0 0 0,1-1 0 0 0,0-2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14768 10609 16383 0 0,'0'1'0'0'0,"0"1"0"0"0,1 3 0 0 0,3 4 0 0 0,3 3 0 0 0,3 4 0 0 0,1 1 0 0 0,1 1 0 0 0,0 1 0 0 0,1-1 0 0 0,-1-1 0 0 0,-1 0 0 0 0,-1-2 0 0 0,-1-2 0 0 0,-1-2 0 0 0,-2-1 0 0 0,-1-3 0 0 0,-1-1 0 0 0,0-1 0 0 0,1-1 0 0 0,-1-1 0 0 0,0 0 0 0 0,-1 1 0 0 0,1 0 0 0 0,-1 0 0 0 0,1 0 0 0 0,-1-1 0 0 0,1 0 0 0 0,0 0 0 0 0,1-1 0 0 0,0 1 0 0 0,0-1 0 0 0,1 0 0 0 0,-1 0 0 0 0,3-1 0 0 0,0-1 0 0 0,0 0 0 0 0,1 1 0 0 0,1-2 0 0 0,0 1 0 0 0,-1 0 0 0 0,-2-1 0 0 0,-1-1 0 0 0,-1-2 0 0 0,1-2 0 0 0,2-3 0 0 0,1-3 0 0 0,1-1 0 0 0,0-2 0 0 0,0 2 0 0 0,-2 1 0 0 0,0 0 0 0 0,-1 2 0 0 0,-1 0 0 0 0,-2 1 0 0 0,-1 0 0 0 0,1 0 0 0 0,0-1 0 0 0,0-1 0 0 0,0 0 0 0 0,0 0 0 0 0,0 2 0 0 0,0 1 0 0 0,-1 2 0 0 0,0 0 0 0 0,0 0 0 0 0,0 0 0 0 0,-1 2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10901 9207 16383 0 0,'1'0'0'0'0,"3"0"0"0"0,7 0 0 0 0,7 0 0 0 0,8 3 0 0 0,6 2 0 0 0,4 1 0 0 0,2 0 0 0 0,2 2 0 0 0,-1-1 0 0 0,-2-1 0 0 0,-1-1 0 0 0,-3 0 0 0 0,-3-2 0 0 0,0 1 0 0 0,1-1 0 0 0,0 1 0 0 0,0 0 0 0 0,-1-2 0 0 0,0 1 0 0 0,1-2 0 0 0,2 0 0 0 0,1 1 0 0 0,4 0 0 0 0,-1 0 0 0 0,0-1 0 0 0,-1 0 0 0 0,-2-1 0 0 0,-1 0 0 0 0,-3 0 0 0 0,0 0 0 0 0,-2 0 0 0 0,1 0 0 0 0,0 0 0 0 0,1 0 0 0 0,-1 0 0 0 0,1 0 0 0 0,-2 0 0 0 0,-2 0 0 0 0,-1 0 0 0 0,0 0 0 0 0,-1 0 0 0 0,0 0 0 0 0,-2 0 0 0 0,1 0 0 0 0,1 0 0 0 0,1 0 0 0 0,1 0 0 0 0,1 0 0 0 0,2 0 0 0 0,2 0 0 0 0,0 0 0 0 0,2 0 0 0 0,0 0 0 0 0,2 0 0 0 0,-1 0 0 0 0,0 0 0 0 0,2 0 0 0 0,4 0 0 0 0,7 0 0 0 0,4 0 0 0 0,3 0 0 0 0,3 0 0 0 0,-2 0 0 0 0,-1 0 0 0 0,-3 0 0 0 0,-5 0 0 0 0,-6 0 0 0 0,-8 0 0 0 0,-6 0 0 0 0,-5 0 0 0 0,-3 0 0 0 0,-1 0 0 0 0,-2 0 0 0 0,-1 0 0 0 0,1 0 0 0 0,1 0 0 0 0,1 0 0 0 0,1 0 0 0 0,1 0 0 0 0,1 0 0 0 0,-1 0 0 0 0,0 0 0 0 0,-2 0 0 0 0,-1 0 0 0 0,-2 0 0 0 0,-2 0 0 0 0,-1 0 0 0 0,0-2 0 0 0,4-4-16383 0 0,-1-2 16383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13385 9122 16383 0 0,'0'0'0'0'0,"1"-1"0"0"0,1-1 0 0 0,4 1 0 0 0,3 0 0 0 0,4 0 0 0 0,2 3 0 0 0,5 2 0 0 0,2 3 0 0 0,1 3 0 0 0,-1 1 0 0 0,-1 0 0 0 0,-2 0 0 0 0,-3-2 0 0 0,-2-1 0 0 0,-3 0 0 0 0,-1-1 0 0 0,0-1 0 0 0,-1 1 0 0 0,-1-1 0 0 0,-2 0 0 0 0,-1-2 0 0 0,-2 1 0 0 0,-1 0 0 0 0,-2 0 0 0 0,0 2 0 0 0,0 0 0 0 0,-1 1 0 0 0,-2 1 0 0 0,-4 1 0 0 0,-5 1 0 0 0,-7 3 0 0 0,-4 2 0 0 0,-4 2 0 0 0,-2 2 0 0 0,1-1 0 0 0,3-3 0 0 0,4-3 0 0 0,4-2 0 0 0,6-3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9056 9847 16383 0 0,'0'-1'0'0'0,"0"-1"0"0"0,0-2 0 0 0,3-2 0 0 0,3-2 0 0 0,2-1 0 0 0,2-2 0 0 0,1-1 0 0 0,0 0 0 0 0,2-2 0 0 0,1-2 0 0 0,1 0 0 0 0,0 0 0 0 0,-1 0 0 0 0,0 2 0 0 0,-2 0 0 0 0,-1 2 0 0 0,-2 2 0 0 0,0 0 0 0 0,-1 0 0 0 0,0 2 0 0 0,-1 0 0 0 0,0 2 0 0 0,0 1 0 0 0,1 2 0 0 0,-2 0 0 0 0,1 2 0 0 0,0 0 0 0 0,0 1 0 0 0,1 0 0 0 0,0 0 0 0 0,1 1 0 0 0,0-1 0 0 0,0 2 0 0 0,0 2 0 0 0,1 2 0 0 0,1 1 0 0 0,0 3 0 0 0,0 0 0 0 0,0 2 0 0 0,-1 1 0 0 0,-1-2 0 0 0,-2-1 0 0 0,1-1 0 0 0,-1-2 0 0 0,0-2 0 0 0,1 0 0 0 0,-1-1 0 0 0,3-1 0 0 0,2 1 0 0 0,3 0 0 0 0,1 0 0 0 0,0 1 0 0 0,0 0 0 0 0,0 0 0 0 0,-2 0 0 0 0,0 1 0 0 0,-3 0 0 0 0,-1-1 0 0 0,-3 0 0 0 0,0 0 0 0 0,-2 0 0 0 0,0-1 0 0 0,-2-1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10744 8729 16383 0 0,'0'0'0'0'0,"3"0"0"0"0,4 0 0 0 0,8 0 0 0 0,8-1 0 0 0,7-2 0 0 0,9-3 0 0 0,6-4 0 0 0,6-3 0 0 0,4-2 0 0 0,6-1 0 0 0,2-2 0 0 0,-1 1 0 0 0,-2-1 0 0 0,-5 0 0 0 0,-6 2 0 0 0,-6 2 0 0 0,-3 0 0 0 0,0 0 0 0 0,-2 0 0 0 0,0 1 0 0 0,-2-1 0 0 0,2 0 0 0 0,2-1 0 0 0,1 0 0 0 0,2 0 0 0 0,1 0 0 0 0,0 1 0 0 0,-3 3 0 0 0,-1 0 0 0 0,-1 0 0 0 0,1 1 0 0 0,4-2 0 0 0,1 0 0 0 0,1 1 0 0 0,2-1 0 0 0,3 0 0 0 0,4 0 0 0 0,1-1 0 0 0,0-2 0 0 0,0 1 0 0 0,-1 0 0 0 0,0-1 0 0 0,-3 0 0 0 0,0 1 0 0 0,-2 0 0 0 0,-1 1 0 0 0,3 1 0 0 0,6-1 0 0 0,7-1 0 0 0,5-1 0 0 0,1 0 0 0 0,0 0 0 0 0,-1 1 0 0 0,3-1 0 0 0,7-1 0 0 0,9-1 0 0 0,7-2 0 0 0,5-1 0 0 0,3-1 0 0 0,-2 0 0 0 0,-1 1 0 0 0,7-1 0 0 0,7-1 0 0 0,5-2 0 0 0,4-2 0 0 0,9-3 0 0 0,6-3 0 0 0,0-1 0 0 0,-4 4 0 0 0,-8 3 0 0 0,-12 6 0 0 0,-9 4 0 0 0,-8 2 0 0 0,-4 1 0 0 0,-2 1 0 0 0,-2 2 0 0 0,0-1 0 0 0,2 1 0 0 0,-1-1 0 0 0,-2 1 0 0 0,-3-1 0 0 0,-4 0 0 0 0,-9 1 0 0 0,-10 0 0 0 0,-10 1 0 0 0,-10 0 0 0 0,-5 0 0 0 0,-4 0 0 0 0,-2 0 0 0 0,-3 1 0 0 0,-3 0 0 0 0,0-1 0 0 0,1-1 0 0 0,-1 0 0 0 0,0-1 0 0 0,-1 1 0 0 0,-3-1 0 0 0,-1 0 0 0 0,-1-1 0 0 0,0 0 0 0 0,-2 0 0 0 0,0 1 0 0 0,-1 0 0 0 0,-1-1 0 0 0,0-1 0 0 0,1-1 0 0 0,1 0 0 0 0,0 0 0 0 0,0-1 0 0 0,0 0 0 0 0,1-1 0 0 0,3-2 0 0 0,2-1 0 0 0,3-1 0 0 0,-2 2 0 0 0,-3 2 0 0 0,-1 1 0 0 0,0 2 0 0 0,2-1 0 0 0,3-1 0 0 0,1-1 0 0 0,-1 1 0 0 0,-2 1 0 0 0,-3 1 0 0 0,-2 0 0 0 0,0-1 0 0 0,2-2 0 0 0,2 0 0 0 0,-1 1 0 0 0,-1 1 0 0 0,-3 3 0 0 0,-4 1 0 0 0,0 1 0 0 0,0 0 0 0 0,1 1 0 0 0,1 0 0 0 0,0 1 0 0 0,-2 1 0 0 0,-2 3 0 0 0,-3 1 0 0 0,0 1 0 0 0,-2 1 0 0 0,1 0 0 0 0,1 0 0 0 0,3 0 0 0 0,2 1 0 0 0,4 0 0 0 0,2 2 0 0 0,3 1 0 0 0,0 0 0 0 0,0 1 0 0 0,-2-1 0 0 0,-3-1 0 0 0,-5 0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17768 6619 16383 0 0,'1'0'0'0'0,"2"1"0"0"0,5 1 0 0 0,3 5 0 0 0,5 3 0 0 0,2 2 0 0 0,0 2 0 0 0,0 1 0 0 0,0 0 0 0 0,-1 0 0 0 0,1 0 0 0 0,0-1 0 0 0,-1 0 0 0 0,0-1 0 0 0,0-1 0 0 0,-1-1 0 0 0,0 1 0 0 0,-1-1 0 0 0,-1 0 0 0 0,-2-1 0 0 0,-3-1 0 0 0,-2-1 0 0 0,-4-2 0 0 0,-1 1 0 0 0,-1-1 0 0 0,-1-1 0 0 0,-1 1 0 0 0,1 0 0 0 0,-1 1 0 0 0,-1 0 0 0 0,-1 0 0 0 0,-3 0 0 0 0,-3-2 0 0 0,-7 1 0 0 0,-7 0 0 0 0,-5 0 0 0 0,-4 0 0 0 0,-1-1 0 0 0,0-1 0 0 0,1-2 0 0 0,1 0 0 0 0,1-1 0 0 0,0-1 0 0 0,1 0 0 0 0,2 0 0 0 0,4-1 0 0 0,5 1 0 0 0,5 0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13063 11220 16383 0 0,'0'0'0'0'0,"-3"0"0"0"0,-10 0 0 0 0,-17 0 0 0 0,-18 0 0 0 0,-15 0 0 0 0,-11 0 0 0 0,-13-1 0 0 0,-9-2 0 0 0,-7-1 0 0 0,-4-1 0 0 0,-2 0 0 0 0,-4 0 0 0 0,-2 0 0 0 0,0 0 0 0 0,2 0 0 0 0,0-1 0 0 0,0 0 0 0 0,1 1 0 0 0,1-1 0 0 0,-1 2 0 0 0,-2 0 0 0 0,-5-1 0 0 0,-3 2 0 0 0,0-1 0 0 0,-1 0 0 0 0,-5-2 0 0 0,-7-3 0 0 0,-1-3 0 0 0,1-2 0 0 0,3-2 0 0 0,0-2 0 0 0,-7-5 0 0 0,-5-3 0 0 0,1-5 0 0 0,4-2 0 0 0,7 0 0 0 0,5 0 0 0 0,9 1 0 0 0,12 2 0 0 0,7 3 0 0 0,4 0 0 0 0,1 0 0 0 0,-2-3 0 0 0,-1-5 0 0 0,0-3 0 0 0,4-4 0 0 0,6-2 0 0 0,7-5 0 0 0,3-5 0 0 0,6-5 0 0 0,4-3 0 0 0,4-4 0 0 0,3-3 0 0 0,4 0 0 0 0,3-3 0 0 0,0-3 0 0 0,0-7 0 0 0,2-1 0 0 0,4 4 0 0 0,6 6 0 0 0,7 8 0 0 0,5 5 0 0 0,6 2 0 0 0,5 0 0 0 0,4 3 0 0 0,6 0 0 0 0,2-1 0 0 0,2-4 0 0 0,1-2 0 0 0,0-1 0 0 0,1 2 0 0 0,0 2 0 0 0,1 4 0 0 0,0 2 0 0 0,1 3 0 0 0,0 4 0 0 0,0 5 0 0 0,0 4 0 0 0,0 6 0 0 0,2 2 0 0 0,3 1 0 0 0,2 0 0 0 0,3-1 0 0 0,0 0 0 0 0,2 0 0 0 0,1-2 0 0 0,1-3 0 0 0,1-1 0 0 0,0-2 0 0 0,1 1 0 0 0,0 0 0 0 0,-1 4 0 0 0,-1 3 0 0 0,-1 3 0 0 0,-1 2 0 0 0,-1 1 0 0 0,-1 0 0 0 0,2-1 0 0 0,2 0 0 0 0,1 0 0 0 0,0 2 0 0 0,1 2 0 0 0,-1 2 0 0 0,0 3 0 0 0,-1 1 0 0 0,-2 4 0 0 0,-2 2 0 0 0,-3 3 0 0 0,-1 1 0 0 0,-1 2 0 0 0,0 1 0 0 0,1-1 0 0 0,1 1 0 0 0,2-1 0 0 0,2-2 0 0 0,3 0 0 0 0,3-2 0 0 0,7-2 0 0 0,5-3 0 0 0,2 0 0 0 0,-1 1 0 0 0,-3 1 0 0 0,-4 2 0 0 0,-4 2 0 0 0,-4 3 0 0 0,-3 0 0 0 0,-3 0 0 0 0,-1 1 0 0 0,1-2 0 0 0,-1-1 0 0 0,1 1 0 0 0,-1-1 0 0 0,-2 1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7648 7461 16383 0 0,'1'0'0'0'0,"2"0"0"0"0,4 0 0 0 0,4 0 0 0 0,7 0 0 0 0,6 0 0 0 0,5 0 0 0 0,2 0 0 0 0,0 2 0 0 0,-2 2 0 0 0,-4 0 0 0 0,-2 3 0 0 0,-2 0 0 0 0,-2 2 0 0 0,-1 2 0 0 0,-1 1 0 0 0,-1 0 0 0 0,-3-1 0 0 0,-2-1 0 0 0,-2 0 0 0 0,-2 0 0 0 0,-1 0 0 0 0,-1-1 0 0 0,-3 1 0 0 0,0 1 0 0 0,-1 1 0 0 0,-1 4 0 0 0,0 2 0 0 0,-1 1 0 0 0,1 0 0 0 0,0-2 0 0 0,0-1 0 0 0,0-1 0 0 0,-1-2 0 0 0,-2-1 0 0 0,-2-2 0 0 0,-2-1 0 0 0,-1 0 0 0 0,-2-2 0 0 0,1 0 0 0 0,-1 0 0 0 0,2 0 0 0 0,0-1 0 0 0,1 1 0 0 0,1-1 0 0 0,1 1 0 0 0,-1 0 0 0 0,0 2 0 0 0,1-1 0 0 0,1 0 0 0 0,0 1 0 0 0,-1 1 0 0 0,-1 2 0 0 0,1 2 0 0 0,-2 2 0 0 0,1 2 0 0 0,-1 1 0 0 0,0 0 0 0 0,1-2 0 0 0,1-1 0 0 0,2-4 0 0 0,1-1 0 0 0,1-3 0 0 0,1-1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16135 11231 16383 0 0,'2'0'0'0'0,"6"0"0"0"0,15 0 0 0 0,19 0 0 0 0,22 0 0 0 0,21 0 0 0 0,20 0 0 0 0,11 0 0 0 0,4 0 0 0 0,-2 0 0 0 0,-5 0 0 0 0,-7 0 0 0 0,-1 0 0 0 0,1 0 0 0 0,2 0 0 0 0,-3 0 0 0 0,-1 0 0 0 0,-1 0 0 0 0,2-1 0 0 0,4-2 0 0 0,4-5 0 0 0,2-4 0 0 0,0-3 0 0 0,1-4 0 0 0,-2-2 0 0 0,-3-1 0 0 0,-2-2 0 0 0,1-1 0 0 0,1-2 0 0 0,2 0 0 0 0,2-1 0 0 0,2 2 0 0 0,3-1 0 0 0,2 0 0 0 0,1-1 0 0 0,-3-1 0 0 0,-3-1 0 0 0,-4-1 0 0 0,-8-1 0 0 0,-6-3 0 0 0,-3-3 0 0 0,-2-5 0 0 0,3-6 0 0 0,2-5 0 0 0,3-5 0 0 0,3-3 0 0 0,2-3 0 0 0,3-2 0 0 0,0 0 0 0 0,-8 5 0 0 0,-10 7 0 0 0,-13 7 0 0 0,-12 6 0 0 0,-8 1 0 0 0,-5-2 0 0 0,-1-2 0 0 0,-3-1 0 0 0,-2-1 0 0 0,-1-1 0 0 0,-2-1 0 0 0,1-2 0 0 0,-2-1 0 0 0,1-2 0 0 0,4-6 0 0 0,0-5 0 0 0,1-5 0 0 0,1-10 0 0 0,3-9 0 0 0,-2-5 0 0 0,-3 0 0 0 0,-5 3 0 0 0,-5 7 0 0 0,-6 6 0 0 0,-5 6 0 0 0,-6 4 0 0 0,-6 0 0 0 0,-3-2 0 0 0,-4 0 0 0 0,-3 0 0 0 0,-2 3 0 0 0,-3 5 0 0 0,0 6 0 0 0,-2 7 0 0 0,1 6 0 0 0,-2 4 0 0 0,-1 4 0 0 0,-3 1 0 0 0,-3-3 0 0 0,-3-1 0 0 0,-2-2 0 0 0,-3-1 0 0 0,0 3 0 0 0,1 2 0 0 0,-1 4 0 0 0,-1 3 0 0 0,1 3 0 0 0,-1 2 0 0 0,0 2 0 0 0,2 2 0 0 0,0 2 0 0 0,-1 2 0 0 0,1 1 0 0 0,0 3 0 0 0,-1 0 0 0 0,-1 1 0 0 0,-2 1 0 0 0,-1 0 0 0 0,-2 1 0 0 0,-2 0 0 0 0,2 0 0 0 0,0 1 0 0 0,3 0 0 0 0,1 0 0 0 0,2 1 0 0 0,0 1 0 0 0,1-1 0 0 0,1-1 0 0 0,1 1 0 0 0,0 0 0 0 0,2 1 0 0 0,2 0 0 0 0,2 0 0 0 0,1 1 0 0 0,1-1 0 0 0,2 2 0 0 0,0-1 0 0 0,1 2 0 0 0,0-1 0 0 0,-3-2 0 0 0,-2 0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21835 7574 16383 0 0,'0'0'0'0'0,"0"-2"0"0"0,0-3 0 0 0,0-4 0 0 0,0-3 0 0 0,-2-2 0 0 0,-3-1 0 0 0,-1-1 0 0 0,-1 0 0 0 0,-1 0 0 0 0,0-2 0 0 0,0-1 0 0 0,0-3 0 0 0,-1-1 0 0 0,0 0 0 0 0,0 0 0 0 0,0-1 0 0 0,1 2 0 0 0,0 1 0 0 0,1 2 0 0 0,0 0 0 0 0,2 3 0 0 0,0 1 0 0 0,1 3 0 0 0,0 0 0 0 0,2 1 0 0 0,-1 1 0 0 0,2 0 0 0 0,0 0 0 0 0,1 0 0 0 0,0 1 0 0 0,0-1 0 0 0,0-1 0 0 0,1 0 0 0 0,-1 1 0 0 0,3 1 0 0 0,3 3 0 0 0,4 2 0 0 0,4 2 0 0 0,6 1 0 0 0,5 1 0 0 0,2-2 0 0 0,3 1 0 0 0,0 0 0 0 0,1 0 0 0 0,0 1 0 0 0,1 0 0 0 0,-2-1 0 0 0,-2 1 0 0 0,-2 0 0 0 0,-4 0 0 0 0,-4 1 0 0 0,-5-1 0 0 0,-2 0 0 0 0,0 0 0 0 0,-1 2 0 0 0,0 1 0 0 0,0 1 0 0 0,1 1 0 0 0,0 1 0 0 0,0 1 0 0 0,-1 0 0 0 0,-1-1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10846 8929 16383 0 0,'2'0'0'0'0,"2"0"0"0"0,5 0 0 0 0,5 0 0 0 0,3 0 0 0 0,4 0 0 0 0,2-1 0 0 0,3-1 0 0 0,1-1 0 0 0,2-1 0 0 0,3-1 0 0 0,2-2 0 0 0,1 1 0 0 0,0-1 0 0 0,1-1 0 0 0,0 1 0 0 0,-1-1 0 0 0,0 2 0 0 0,-4 0 0 0 0,-2 0 0 0 0,-1-1 0 0 0,0 1 0 0 0,0-2 0 0 0,-1 2 0 0 0,-2-1 0 0 0,-3 1 0 0 0,0 1 0 0 0,2-2 0 0 0,1 1 0 0 0,1-1 0 0 0,1 2 0 0 0,1-1 0 0 0,1 0 0 0 0,0 1 0 0 0,1 0 0 0 0,1 0 0 0 0,1-1 0 0 0,2 0 0 0 0,1-2 0 0 0,2-2 0 0 0,2-1 0 0 0,1-1 0 0 0,0 0 0 0 0,0 2 0 0 0,2 0 0 0 0,2 0 0 0 0,4 1 0 0 0,2 0 0 0 0,1 0 0 0 0,4 0 0 0 0,4 0 0 0 0,2 0 0 0 0,1 0 0 0 0,-2 1 0 0 0,2 1 0 0 0,3-1 0 0 0,4 0 0 0 0,5-1 0 0 0,3-1 0 0 0,-3 1 0 0 0,-4 1 0 0 0,-6-1 0 0 0,-3 0 0 0 0,-2 0 0 0 0,2 0 0 0 0,6-2 0 0 0,4 0 0 0 0,2 1 0 0 0,6 1 0 0 0,11 0 0 0 0,10 0 0 0 0,7 1 0 0 0,3 0 0 0 0,2 1 0 0 0,-3-1 0 0 0,0-1 0 0 0,3-2 0 0 0,0-2 0 0 0,-6 0 0 0 0,-5 0 0 0 0,-7 2 0 0 0,-8 0 0 0 0,-10 1 0 0 0,-8 2 0 0 0,-6 0 0 0 0,-2 2 0 0 0,-1-1 0 0 0,4-1 0 0 0,4 0 0 0 0,1 1 0 0 0,3 1 0 0 0,6 1 0 0 0,2 3 0 0 0,0 0 0 0 0,1 2 0 0 0,1-1 0 0 0,1 2 0 0 0,-1-1 0 0 0,-3 0 0 0 0,-5 1 0 0 0,-6-1 0 0 0,-3 1 0 0 0,1 3 0 0 0,-2 4 0 0 0,0 3 0 0 0,-4 2 0 0 0,-3 1 0 0 0,-2 0 0 0 0,0 1 0 0 0,-1-1 0 0 0,0 0 0 0 0,0 0 0 0 0,2 0 0 0 0,-2 0 0 0 0,-2 0 0 0 0,0 1 0 0 0,-1 0 0 0 0,-4 1 0 0 0,-4-2 0 0 0,-4 0 0 0 0,-3 0 0 0 0,-1-1 0 0 0,-1 1 0 0 0,-1 0 0 0 0,-1-1 0 0 0,0 0 0 0 0,-1 1 0 0 0,1 1 0 0 0,1 0 0 0 0,0 1 0 0 0,-3 0 0 0 0,-4-3 0 0 0,-5-2 0 0 0,-7-2 0 0 0,-4-2 0 0 0,-5 0 0 0 0,-2-1 0 0 0,-2-1 0 0 0,-1 0 0 0 0,0 1 0 0 0,0-1 0 0 0,0 1 0 0 0,1 0 0 0 0,1 2 0 0 0,2 1 0 0 0,4 2 0 0 0,2 3 0 0 0,3 2 0 0 0,0 1 0 0 0,2-2 0 0 0,-3-2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17737 8870 16383 0 0,'1'0'0'0'0,"3"2"0"0"0,5 3 0 0 0,5 3 0 0 0,5 3 0 0 0,1 1 0 0 0,2 1 0 0 0,-1-2 0 0 0,-2-3 0 0 0,-1-2 0 0 0,-2-2 0 0 0,-1-1 0 0 0,-2 0 0 0 0,-1-1 0 0 0,-3 0 0 0 0,-1 0 0 0 0,-3 0 0 0 0,0 0 0 0 0,-1-1 0 0 0,1 0 0 0 0,0 0 0 0 0,0-1 0 0 0,0-3 0 0 0,-2-3 0 0 0,-1-4 0 0 0,0-4 0 0 0,-2-4 0 0 0,0-3 0 0 0,0-3 0 0 0,0-3 0 0 0,0-3 0 0 0,0-2 0 0 0,-1-3 0 0 0,1-3 0 0 0,0-3 0 0 0,0 0 0 0 0,0 1 0 0 0,0 7 0 0 0,0 7 0 0 0,0 9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9280 9661 16383 0 0,'0'2'0'0'0,"0"4"0"0"0,1 5 0 0 0,3 5 0 0 0,3 7 0 0 0,2 4 0 0 0,4 2 0 0 0,0 1 0 0 0,0-2 0 0 0,-1-3 0 0 0,-1-2 0 0 0,-2-5 0 0 0,-2-2 0 0 0,0-3 0 0 0,0-2 0 0 0,-1-1 0 0 0,0-1 0 0 0,2 1 0 0 0,1-1 0 0 0,2 1 0 0 0,2 1 0 0 0,2 0 0 0 0,1 0 0 0 0,3 1 0 0 0,0-2 0 0 0,0 1 0 0 0,1-1 0 0 0,0-1 0 0 0,1 0 0 0 0,0 0 0 0 0,1-1 0 0 0,0 0 0 0 0,2 0 0 0 0,1-1 0 0 0,1-1 0 0 0,0 0 0 0 0,5 0 0 0 0,1 0 0 0 0,3 0 0 0 0,3 0 0 0 0,7 2 0 0 0,5 1 0 0 0,4 0 0 0 0,0 0 0 0 0,-1-2 0 0 0,0-1 0 0 0,0-1 0 0 0,1 1 0 0 0,5-1 0 0 0,3 1 0 0 0,0-1 0 0 0,1 0 0 0 0,2 1 0 0 0,1-1 0 0 0,1-1 0 0 0,0-1 0 0 0,2-1 0 0 0,3-1 0 0 0,4-1 0 0 0,6 0 0 0 0,5 0 0 0 0,2 0 0 0 0,0 0 0 0 0,-3 0 0 0 0,-4 0 0 0 0,-5-1 0 0 0,-1 1 0 0 0,-3 0 0 0 0,-5 0 0 0 0,-5 0 0 0 0,-2 0 0 0 0,3 0 0 0 0,0 0 0 0 0,-2 0 0 0 0,3 0 0 0 0,3 0 0 0 0,-1 0 0 0 0,-7 0 0 0 0,-5 0 0 0 0,-5 0 0 0 0,-2 0 0 0 0,-1 0 0 0 0,-1 0 0 0 0,-2 0 0 0 0,-2 0 0 0 0,-5 0 0 0 0,-2 0 0 0 0,-3-2 0 0 0,-2-2 0 0 0,-2-1 0 0 0,-2-2 0 0 0,-1-1 0 0 0,2 0 0 0 0,3-3 0 0 0,4-1 0 0 0,0 0 0 0 0,1 0 0 0 0,-2 1 0 0 0,-2 0 0 0 0,-2 1 0 0 0,0-1 0 0 0,0-1 0 0 0,1 0 0 0 0,-1-1 0 0 0,-1 0 0 0 0,-3 1 0 0 0,-1 0 0 0 0,-1 0 0 0 0,-2 0 0 0 0,-1 0 0 0 0,0 2 0 0 0,-1 0 0 0 0,-1 0 0 0 0,1 1 0 0 0,0 1 0 0 0,-1-1 0 0 0,1 0 0 0 0,0-1 0 0 0,2-1 0 0 0,3-2 0 0 0,-1 0 0 0 0,-1 1 0 0 0,-2 2 0 0 0,-2 1 0 0 0,-1 1 0 0 0,0 0 0 0 0,0 0 0 0 0,0-1 0 0 0,1 0 0 0 0,-1 1 0 0 0,-1 0 0 0 0,-3 1 0 0 0,-1 0 0 0 0,-1 1 0 0 0,-1-1 0 0 0,0 0 0 0 0,-1-1 0 0 0,0 0 0 0 0,0 0 0 0 0,0 0 0 0 0,0-1 0 0 0,0 0 0 0 0,1-1 0 0 0,2-2 0 0 0,0-1 0 0 0,0 1 0 0 0,-1 1 0 0 0,0 2 0 0 0,-2 1 0 0 0,0 1 0 0 0,-3 1 0 0 0,1 1 0 0 0,-2 1 0 0 0,1-2 0 0 0,0 1 0 0 0,0-2 0 0 0,1 0 0 0 0,0 0 0 0 0,0 0 0 0 0,1 1 0 0 0,-2-1 0 0 0,-1 2 0 0 0,0 0 0 0 0,-1 1 0 0 0,-1 0 0 0 0,2 0 0 0 0,-1 0 0 0 0,1-1 0 0 0,-1 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17277 14572 16383 0 0,'1'-1'0'0'0,"1"1"0"0"0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1:44:56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11339 14531 16383 0 0,'0'1'0'0'0,"1"-1"0"0"0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9006 9838 16383 0 0,'1'0'0'0'0,"2"0"0"0"0,5 0 0 0 0,5 0 0 0 0,6 0 0 0 0,6 0 0 0 0,4 0 0 0 0,4 0 0 0 0,2 0 0 0 0,2 0 0 0 0,1 0 0 0 0,0 1 0 0 0,-2 0 0 0 0,-1 1 0 0 0,-4 0 0 0 0,-4 1 0 0 0,0-1 0 0 0,-3 0 0 0 0,-1 0 0 0 0,-2 0 0 0 0,0 0 0 0 0,-1 0 0 0 0,-1 1 0 0 0,1-1 0 0 0,0 1 0 0 0,1-1 0 0 0,2 0 0 0 0,2 0 0 0 0,1 0 0 0 0,3 0 0 0 0,0 0 0 0 0,-1-1 0 0 0,1 0 0 0 0,1-1 0 0 0,1 1 0 0 0,-1-1 0 0 0,-1 0 0 0 0,-3 0 0 0 0,-2 0 0 0 0,-2-1 0 0 0,-2 1 0 0 0,-1 0 0 0 0,-2 0 0 0 0,0 0 0 0 0,0 0 0 0 0,1 0 0 0 0,1 0 0 0 0,1 0 0 0 0,1 0 0 0 0,2 0 0 0 0,0 0 0 0 0,-2 0 0 0 0,0 0 0 0 0,-2 0 0 0 0,-1 0 0 0 0,-1 0 0 0 0,-2 0 0 0 0,-1 0 0 0 0,1 0 0 0 0,1 0 0 0 0,-1 0 0 0 0,1 0 0 0 0,1 0 0 0 0,-1 0 0 0 0,-1 0 0 0 0,1 0 0 0 0,0 0 0 0 0,2 0 0 0 0,2 0 0 0 0,1 0 0 0 0,0 0 0 0 0,1 0 0 0 0,0 0 0 0 0,1 0 0 0 0,-1 0 0 0 0,0 0 0 0 0,1 0 0 0 0,-1-2 0 0 0,0 0 0 0 0,1 0 0 0 0,-2 0 0 0 0,-1 0 0 0 0,-2 0 0 0 0,-1 0 0 0 0,0 0 0 0 0,0 0 0 0 0,0 0 0 0 0,-1 1 0 0 0,0 0 0 0 0,-1 0 0 0 0,-1-1 0 0 0,0 1 0 0 0,-1 0 0 0 0,0-1 0 0 0,0 0 0 0 0,1 1 0 0 0,1-1 0 0 0,1 1 0 0 0,0 0 0 0 0,-1 1 0 0 0,0 0 0 0 0,0-1 0 0 0,1 0 0 0 0,0-1 0 0 0,0 1 0 0 0,-2-1 0 0 0,0 1 0 0 0,-2-1 0 0 0,-1 1 0 0 0,1-1 0 0 0,-1 0 0 0 0,-1 0 0 0 0,1 0 0 0 0,0 0 0 0 0,1-1 0 0 0,-1 1 0 0 0,0 0 0 0 0,1 0 0 0 0,0 0 0 0 0,0 0 0 0 0,1-1 0 0 0,1 1 0 0 0,0-1 0 0 0,0 0 0 0 0,-1 0 0 0 0,0 1 0 0 0,0-1 0 0 0,1 2 0 0 0,0-1 0 0 0,1 1 0 0 0,1-1 0 0 0,1 1 0 0 0,1-2 0 0 0,1 1 0 0 0,0 0 0 0 0,0 0 0 0 0,-1 1 0 0 0,1 0 0 0 0,-1 1 0 0 0,0 0 0 0 0,0 0 0 0 0,-1 0 0 0 0,1 0 0 0 0,-2 0 0 0 0,0 0 0 0 0,-1 0 0 0 0,-1 0 0 0 0,0 0 0 0 0,0 0 0 0 0,0 0 0 0 0,-1 0 0 0 0,-1 0 0 0 0,0 0 0 0 0,0 0 0 0 0,1 0 0 0 0,0 0 0 0 0,0 1 0 0 0,1 0 0 0 0,0 1 0 0 0,0 1 0 0 0,2 0 0 0 0,1 1 0 0 0,1 0 0 0 0,0 0 0 0 0,1 0 0 0 0,0 0 0 0 0,0-1 0 0 0,0-1 0 0 0,-3 1 0 0 0,-1-1 0 0 0,0-1 0 0 0,-1 0 0 0 0,2 1 0 0 0,-1 0 0 0 0,0-1 0 0 0,0 1 0 0 0,-1 0 0 0 0,0 0 0 0 0,0-1 0 0 0,-1 0 0 0 0,-1 1 0 0 0,-1-1 0 0 0,-1 0 0 0 0,-1 0 0 0 0,0-1 0 0 0,-2 1 0 0 0,1-1 0 0 0,0 0 0 0 0,3 0 0 0 0,0 0 0 0 0,1 0 0 0 0,-1-1 0 0 0,-1 1 0 0 0,-1 0 0 0 0,-2 0 0 0 0,-1 0 0 0 0,0 0 0 0 0,0 0 0 0 0,-1 1 0 0 0,0 0 0 0 0,0 0 0 0 0,0 1 0 0 0,1-1 0 0 0,-1 1 0 0 0,1 0 0 0 0,0-1 0 0 0,1 1 0 0 0,0 0 0 0 0,-1 0 0 0 0,1-1 0 0 0,0 0 0 0 0,-1 1 0 0 0,1 0 0 0 0,-1 1 0 0 0,0-1 0 0 0,0 1 0 0 0,-2-1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9259 10895 16383 0 0,'1'0'0'0'0,"3"0"0"0"0,3 0 0 0 0,5 0 0 0 0,5 0 0 0 0,4 0 0 0 0,5 0 0 0 0,3 0 0 0 0,0 0 0 0 0,-1 0 0 0 0,-3 0 0 0 0,-3 0 0 0 0,-2 0 0 0 0,-2 0 0 0 0,-1 0 0 0 0,0 0 0 0 0,0 0 0 0 0,3 0 0 0 0,2 0 0 0 0,1 0 0 0 0,2 0 0 0 0,0 0 0 0 0,2 0 0 0 0,1 0 0 0 0,-1 0 0 0 0,0 0 0 0 0,-3 0 0 0 0,-1 0 0 0 0,0 0 0 0 0,0 0 0 0 0,0-2 0 0 0,0-1 0 0 0,0 0 0 0 0,1 0 0 0 0,2 1 0 0 0,3 0 0 0 0,2 1 0 0 0,0-1 0 0 0,-1 0 0 0 0,-2 0 0 0 0,-2 1 0 0 0,-3 1 0 0 0,-2-1 0 0 0,0 1 0 0 0,0-1 0 0 0,3-1 0 0 0,3-1 0 0 0,3-1 0 0 0,4 0 0 0 0,0 1 0 0 0,0-1 0 0 0,-1 1 0 0 0,-1 0 0 0 0,-3 1 0 0 0,-2 1 0 0 0,-2 0 0 0 0,0 1 0 0 0,0 0 0 0 0,-2 0 0 0 0,1 0 0 0 0,-1 0 0 0 0,2 0 0 0 0,3 0 0 0 0,1 0 0 0 0,3 0 0 0 0,1 0 0 0 0,1-2 0 0 0,1 0 0 0 0,0 0 0 0 0,-1-1 0 0 0,0 0 0 0 0,-2 1 0 0 0,-2 1 0 0 0,0 0 0 0 0,-1 1 0 0 0,1 0 0 0 0,2 0 0 0 0,0 0 0 0 0,0 0 0 0 0,0 0 0 0 0,0 0 0 0 0,-1 0 0 0 0,-1 0 0 0 0,-2 0 0 0 0,-2 0 0 0 0,0 0 0 0 0,-1 1 0 0 0,0 0 0 0 0,2 1 0 0 0,0-1 0 0 0,1 1 0 0 0,0-1 0 0 0,-1 1 0 0 0,1 0 0 0 0,-2 0 0 0 0,0 1 0 0 0,-2-1 0 0 0,0-1 0 0 0,-1 0 0 0 0,0 0 0 0 0,2 0 0 0 0,0 0 0 0 0,0 1 0 0 0,-1-1 0 0 0,-1 0 0 0 0,-1 0 0 0 0,1-1 0 0 0,0 1 0 0 0,-2-1 0 0 0,-1 0 0 0 0,-1-1 0 0 0,-1 1 0 0 0,0 0 0 0 0,0 0 0 0 0,-1 0 0 0 0,-1 0 0 0 0,1 0 0 0 0,1 0 0 0 0,1 0 0 0 0,3 0 0 0 0,3 0 0 0 0,4 0 0 0 0,1 0 0 0 0,-2 0 0 0 0,-2 0 0 0 0,-6 0 0 0 0,-3 0 0 0 0,-2 0 0 0 0,-2 0 0 0 0,-1 0 0 0 0,-1 0 0 0 0,-1 0 0 0 0,-1 0 0 0 0,2 0 0 0 0,1 0 0 0 0,0 0 0 0 0,-1 0 0 0 0,0 0 0 0 0,0 0 0 0 0,1 0 0 0 0,0 0 0 0 0,0 0 0 0 0,1 0 0 0 0,-1 0 0 0 0,-1 0 0 0 0,-1 0 0 0 0,-1 0 0 0 0,-1 0 0 0 0,-2 0 0 0 0,1 0 0 0 0,-2 0 0 0 0,1 0 0 0 0,1 0 0 0 0,-1 0 0 0 0,1 0 0 0 0,0 0 0 0 0,-1 0 0 0 0,1 0 0 0 0,1 0 0 0 0,0 0 0 0 0,1 0 0 0 0,0 0 0 0 0,-2 0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9213 11784 16383 0 0,'1'0'0'0'0,"0"0"0"0"0,4 0 0 0 0,6 0 0 0 0,6 0 0 0 0,6 0 0 0 0,6 0 0 0 0,5 0 0 0 0,6 0 0 0 0,5 0 0 0 0,2 0 0 0 0,-1 0 0 0 0,3-1 0 0 0,4-1 0 0 0,6 0 0 0 0,4-2 0 0 0,3-1 0 0 0,0-2 0 0 0,-1 0 0 0 0,-4-2 0 0 0,-1 0 0 0 0,0 0 0 0 0,-2-1 0 0 0,-1 1 0 0 0,-4 0 0 0 0,-6 1 0 0 0,-4 1 0 0 0,-3 3 0 0 0,-3 1 0 0 0,-3 2 0 0 0,-3 0 0 0 0,-2 1 0 0 0,-1 1 0 0 0,-1-1 0 0 0,-1 0 0 0 0,1 1 0 0 0,0-1 0 0 0,-1 0 0 0 0,1 0 0 0 0,0 0 0 0 0,1-1 0 0 0,-1 0 0 0 0,1-1 0 0 0,1 1 0 0 0,0 0 0 0 0,1 0 0 0 0,0 0 0 0 0,-1 1 0 0 0,0 0 0 0 0,0 0 0 0 0,1 0 0 0 0,-1 0 0 0 0,0 0 0 0 0,-1 0 0 0 0,-1 0 0 0 0,1 0 0 0 0,1 0 0 0 0,5 0 0 0 0,1 0 0 0 0,1 0 0 0 0,0 0 0 0 0,-2 0 0 0 0,0 0 0 0 0,2 0 0 0 0,3 0 0 0 0,3 0 0 0 0,2 0 0 0 0,-1 0 0 0 0,-1 0 0 0 0,-2 0 0 0 0,1 0 0 0 0,1 0 0 0 0,-1 0 0 0 0,-1 0 0 0 0,-2 0 0 0 0,-2 0 0 0 0,1 0 0 0 0,1 0 0 0 0,1 0 0 0 0,-1 0 0 0 0,-2 0 0 0 0,-1 0 0 0 0,-3 0 0 0 0,0 0 0 0 0,-3 0 0 0 0,-2 0 0 0 0,-1 1 0 0 0,-3 1 0 0 0,0 1 0 0 0,-2 1 0 0 0,-1 0 0 0 0,-3 0 0 0 0,-1 0 0 0 0,-1-1 0 0 0,-1 2 0 0 0,1-1 0 0 0,1 0 0 0 0,1 0 0 0 0,0 0 0 0 0,-1 0 0 0 0,-1-1 0 0 0,-2-1 0 0 0,-1-1 0 0 0,-1 0 0 0 0,0-1 0 0 0,1 0 0 0 0,0 0 0 0 0,1 0 0 0 0,-2 0 0 0 0,-1 0 0 0 0,-1 0 0 0 0,-1 0 0 0 0,-2 0 0 0 0,1 0 0 0 0,-1 0 0 0 0,1 0 0 0 0,0 0 0 0 0,0 0 0 0 0,-1 0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9232 12855 16383 0 0,'1'0'0'0'0,"3"0"0"0"0,7 0 0 0 0,8 0 0 0 0,8 0 0 0 0,7 0 0 0 0,6 0 0 0 0,4 1 0 0 0,1 1 0 0 0,-1-1 0 0 0,-1 1 0 0 0,-1-1 0 0 0,1 0 0 0 0,-1-1 0 0 0,0 1 0 0 0,-2-1 0 0 0,-2 0 0 0 0,-2 0 0 0 0,0 0 0 0 0,3-1 0 0 0,2 0 0 0 0,2-1 0 0 0,-1 0 0 0 0,-2 1 0 0 0,-3 0 0 0 0,-2 0 0 0 0,-3 1 0 0 0,-2 0 0 0 0,-3 0 0 0 0,-4 0 0 0 0,-2 0 0 0 0,-2 0 0 0 0,-2 0 0 0 0,0 0 0 0 0,1 0 0 0 0,1 0 0 0 0,0 0 0 0 0,0 0 0 0 0,0 0 0 0 0,0 0 0 0 0,1-1 0 0 0,3 0 0 0 0,2-1 0 0 0,1 0 0 0 0,0-1 0 0 0,-1 1 0 0 0,0 0 0 0 0,-1 1 0 0 0,0 0 0 0 0,0 1 0 0 0,0 0 0 0 0,-2 0 0 0 0,-1 0 0 0 0,-1 0 0 0 0,-1 0 0 0 0,-2 0 0 0 0,1 0 0 0 0,0 0 0 0 0,2-2 0 0 0,3 1 0 0 0,3-1 0 0 0,1 1 0 0 0,-1 0 0 0 0,1 1 0 0 0,0-1 0 0 0,-1 1 0 0 0,-1 0 0 0 0,-1 0 0 0 0,1 1 0 0 0,-1-1 0 0 0,1 0 0 0 0,1 0 0 0 0,1 0 0 0 0,2 0 0 0 0,0 0 0 0 0,1 0 0 0 0,1 0 0 0 0,0 0 0 0 0,-1 0 0 0 0,2 0 0 0 0,0 0 0 0 0,0 0 0 0 0,-1 0 0 0 0,-3 0 0 0 0,-2 0 0 0 0,-1 0 0 0 0,-1 0 0 0 0,-1 0 0 0 0,-3 0 0 0 0,-1 0 0 0 0,-1 0 0 0 0,1 0 0 0 0,0 0 0 0 0,0 0 0 0 0,1 0 0 0 0,0 0 0 0 0,1 0 0 0 0,3 0 0 0 0,1 0 0 0 0,3 0 0 0 0,1 0 0 0 0,-1 0 0 0 0,-1 0 0 0 0,-1 0 0 0 0,-2 0 0 0 0,-1 0 0 0 0,-3 0 0 0 0,-2 0 0 0 0,-3 0 0 0 0,-2 0 0 0 0,0 0 0 0 0,-1 0 0 0 0,0 0 0 0 0,1 0 0 0 0,1 0 0 0 0,1 0 0 0 0,1 0 0 0 0,2 0 0 0 0,1 0 0 0 0,0 0 0 0 0,1 0 0 0 0,1 0 0 0 0,2 0 0 0 0,0 0 0 0 0,-1 0 0 0 0,-1 0 0 0 0,-1 0 0 0 0,-1 0 0 0 0,0 0 0 0 0,-2 0 0 0 0,0 0 0 0 0,-2 0 0 0 0,0 0 0 0 0,-1 1 0 0 0,-1 1 0 0 0,-1-1 0 0 0,-2 0 0 0 0,0 0 0 0 0,-1-1 0 0 0,-1 0 0 0 0,0 0 0 0 0,1 1 0 0 0,-1 0 0 0 0,2 1 0 0 0,-1-1 0 0 0,1 0 0 0 0,-1 0 0 0 0,0-1 0 0 0,1 0 0 0 0,1 0 0 0 0,-2 0 0 0 0,1 0 0 0 0,0 0 0 0 0,2 0 0 0 0,0 0 0 0 0,-2 0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9223 14807 16383 0 0,'1'0'0'0'0,"2"0"0"0"0,2 0 0 0 0,6 0 0 0 0,5 0 0 0 0,5 0 0 0 0,7 0 0 0 0,4 0 0 0 0,6 0 0 0 0,6-1 0 0 0,4-1 0 0 0,3 0 0 0 0,-1-2 0 0 0,-2 1 0 0 0,-2 1 0 0 0,-4 0 0 0 0,-2 1 0 0 0,-5 1 0 0 0,-3 0 0 0 0,-2 0 0 0 0,-1-1 0 0 0,1 0 0 0 0,1-1 0 0 0,0 0 0 0 0,-1-1 0 0 0,-1 0 0 0 0,2 0 0 0 0,1 1 0 0 0,2-1 0 0 0,0 2 0 0 0,-1 0 0 0 0,-2 0 0 0 0,-2 1 0 0 0,-1 0 0 0 0,-2 0 0 0 0,-1 0 0 0 0,-2 0 0 0 0,0 0 0 0 0,-1 0 0 0 0,0 0 0 0 0,0 0 0 0 0,0 0 0 0 0,3 0 0 0 0,1 0 0 0 0,2 0 0 0 0,2 0 0 0 0,0 0 0 0 0,1 0 0 0 0,3 0 0 0 0,1 0 0 0 0,0 0 0 0 0,-1 0 0 0 0,-2 0 0 0 0,-1 0 0 0 0,-1 0 0 0 0,-1 0 0 0 0,1 0 0 0 0,-1 0 0 0 0,2 0 0 0 0,1 0 0 0 0,0 0 0 0 0,1 0 0 0 0,-1 0 0 0 0,-1 0 0 0 0,-2 0 0 0 0,-2 0 0 0 0,-1 0 0 0 0,0 0 0 0 0,-2 0 0 0 0,0 0 0 0 0,-1 0 0 0 0,0 0 0 0 0,1 0 0 0 0,1 0 0 0 0,1 0 0 0 0,-1 0 0 0 0,2 0 0 0 0,1 0 0 0 0,-1 0 0 0 0,1 0 0 0 0,2 0 0 0 0,2 0 0 0 0,5 0 0 0 0,6 0 0 0 0,5 0 0 0 0,5 0 0 0 0,1 0 0 0 0,-1 0 0 0 0,-2 0 0 0 0,-2 0 0 0 0,-1 0 0 0 0,-1 0 0 0 0,-4-1 0 0 0,-3-1 0 0 0,-4 0 0 0 0,-2-1 0 0 0,-2 1 0 0 0,-1 0 0 0 0,-3 0 0 0 0,-2 1 0 0 0,-5 1 0 0 0,-2 0 0 0 0,0 0 0 0 0,-1 0 0 0 0,-1 0 0 0 0,-1 0 0 0 0,-2-1 0 0 0,0 0 0 0 0,-2 0 0 0 0,0-1 0 0 0,1 1 0 0 0,0 0 0 0 0,0 1 0 0 0,-1 0 0 0 0,0 0 0 0 0,0 0 0 0 0,0 0 0 0 0,0 0 0 0 0,0 0 0 0 0,-1 0 0 0 0,-1 0 0 0 0,-1 0 0 0 0,-1 0 0 0 0,0 0 0 0 0,-1 0 0 0 0,1 0 0 0 0,0 0 0 0 0,0 0 0 0 0,0 0 0 0 0,1 0 0 0 0,-1 0 0 0 0,0 0 0 0 0,-2 0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9256 13740 16383 0 0,'0'0'0'0'0,"2"0"0"0"0,4 0 0 0 0,6 0 0 0 0,6 0 0 0 0,6 0 0 0 0,3 0 0 0 0,1 0 0 0 0,0 0 0 0 0,-4 0 0 0 0,-2 1 0 0 0,0 0 0 0 0,0 1 0 0 0,1 1 0 0 0,0 2 0 0 0,0 0 0 0 0,-1 0 0 0 0,1 1 0 0 0,-1 1 0 0 0,1-1 0 0 0,0-1 0 0 0,-2-1 0 0 0,0 0 0 0 0,0-1 0 0 0,0-1 0 0 0,-1-1 0 0 0,-1 0 0 0 0,-1 0 0 0 0,1 0 0 0 0,-2 0 0 0 0,0 1 0 0 0,-2-1 0 0 0,-1-1 0 0 0,0 1 0 0 0,1-1 0 0 0,0 0 0 0 0,0 0 0 0 0,0 0 0 0 0,2 1 0 0 0,3 1 0 0 0,1-1 0 0 0,3 0 0 0 0,1 0 0 0 0,-1-1 0 0 0,0 0 0 0 0,1 0 0 0 0,0 0 0 0 0,-1 0 0 0 0,0 0 0 0 0,-2 0 0 0 0,-1 0 0 0 0,0 0 0 0 0,1 0 0 0 0,1 0 0 0 0,0 0 0 0 0,0 0 0 0 0,2 0 0 0 0,2 0 0 0 0,4 0 0 0 0,2-2 0 0 0,2 0 0 0 0,-1 0 0 0 0,-2 0 0 0 0,-1-1 0 0 0,-2 0 0 0 0,-1-1 0 0 0,-1-1 0 0 0,1 0 0 0 0,1-2 0 0 0,0 0 0 0 0,1 0 0 0 0,1 0 0 0 0,2 2 0 0 0,3 1 0 0 0,3 0 0 0 0,2 2 0 0 0,0-1 0 0 0,0 2 0 0 0,-1 0 0 0 0,0 0 0 0 0,2 1 0 0 0,0 0 0 0 0,-1 0 0 0 0,-4 1 0 0 0,-2-1 0 0 0,-4 0 0 0 0,-2 0 0 0 0,1 0 0 0 0,-1-1 0 0 0,0 0 0 0 0,-1-1 0 0 0,-1-1 0 0 0,0 0 0 0 0,2-1 0 0 0,3 0 0 0 0,2 0 0 0 0,1 1 0 0 0,0-1 0 0 0,-1 0 0 0 0,-1 2 0 0 0,-1-1 0 0 0,-2 1 0 0 0,-2 0 0 0 0,-4 0 0 0 0,-3 1 0 0 0,-3 0 0 0 0,0 1 0 0 0,1-1 0 0 0,3 1 0 0 0,2 0 0 0 0,4 0 0 0 0,3 0 0 0 0,2 1 0 0 0,3-1 0 0 0,1 0 0 0 0,-2 0 0 0 0,-3 0 0 0 0,-3 1 0 0 0,-3 0 0 0 0,-3 2 0 0 0,-2-1 0 0 0,-2 1 0 0 0,-2 0 0 0 0,-1 0 0 0 0,0-1 0 0 0,0-1 0 0 0,3 0 0 0 0,3 0 0 0 0,-1-1 0 0 0,0 0 0 0 0,-3-1 0 0 0,-3 1 0 0 0,-3 0 0 0 0,-2 0 0 0 0,-2 1 0 0 0,-3 0 0 0 0,0 0 0 0 0,0 1 0 0 0,0-1 0 0 0,1-1 0 0 0,0 1 0 0 0,1-1 0 0 0,1 0 0 0 0,1 0 0 0 0,1 0 0 0 0,-1 0 0 0 0,0 0 0 0 0,0 0 0 0 0,-2 0 0 0 0,0 0 0 0 0,1 0 0 0 0,0 0 0 0 0,2 0 0 0 0,1 0 0 0 0,0 0 0 0 0,-1 0 0 0 0,-1 0 0 0 0,-2 0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11369 9302 16383 0 0,'0'0'0'0'0,"2"0"0"0"0,3 0 0 0 0,2 0 0 0 0,1 0 0 0 0,3 0 0 0 0,0 0 0 0 0,2 0 0 0 0,1 0 0 0 0,0 0 0 0 0,0 0 0 0 0,0 0 0 0 0,1 0 0 0 0,2 0 0 0 0,3 0 0 0 0,5 0 0 0 0,4 0 0 0 0,4 0 0 0 0,1 1 0 0 0,2 1 0 0 0,-1 1 0 0 0,0 1 0 0 0,-1 0 0 0 0,-4 0 0 0 0,-2 0 0 0 0,-3-1 0 0 0,-2 0 0 0 0,-3-1 0 0 0,0 1 0 0 0,-1-1 0 0 0,0 0 0 0 0,0 1 0 0 0,-1-1 0 0 0,0-1 0 0 0,1 1 0 0 0,0 0 0 0 0,2 0 0 0 0,2 0 0 0 0,1 1 0 0 0,2-1 0 0 0,0-1 0 0 0,4 0 0 0 0,4 0 0 0 0,4-1 0 0 0,1 0 0 0 0,0 0 0 0 0,-3 0 0 0 0,-2 0 0 0 0,-3 0 0 0 0,0 0 0 0 0,-2 0 0 0 0,-2 0 0 0 0,0 0 0 0 0,-1 0 0 0 0,2 2 0 0 0,0-1 0 0 0,1 1 0 0 0,1-1 0 0 0,0 2 0 0 0,-2-1 0 0 0,-1-1 0 0 0,-2 1 0 0 0,-1-2 0 0 0,-3 1 0 0 0,0-1 0 0 0,-1 0 0 0 0,0 0 0 0 0,0 0 0 0 0,0 0 0 0 0,1-1 0 0 0,0 1 0 0 0,1 0 0 0 0,0 0 0 0 0,0 0 0 0 0,0 0 0 0 0,-1 0 0 0 0,0 0 0 0 0,-1 0 0 0 0,0 0 0 0 0,0 1 0 0 0,-1 0 0 0 0,-2 1 0 0 0,-1-1 0 0 0,-1 0 0 0 0,-3 0 0 0 0,0-1 0 0 0,-1 0 0 0 0,-1 1 0 0 0,0-2 0 0 0,0 1 0 0 0,2 0 0 0 0,-1 0 0 0 0,1 0 0 0 0,0 0 0 0 0,-1 0 0 0 0,1 0 0 0 0,-2 0 0 0 0,1 0 0 0 0,-2 0 0 0 0,-1 0 0 0 0,0 0 0 0 0,-1 0 0 0 0,0 0 0 0 0,0 0 0 0 0,0 0 0 0 0,-1 0 0 0 0,2 0 0 0 0,0 0 0 0 0,0 0 0 0 0,1 0 0 0 0,0 0 0 0 0,0 0 0 0 0,0 0 0 0 0,2 0 0 0 0,0 0 0 0 0,0 1 0 0 0,-1 0 0 0 0,-1 0 0 0 0,0 1 0 0 0,-1-2 0 0 0,-2 1 0 0 0,0-1 0 0 0,0 1 0 0 0,1-1 0 0 0,1 0 0 0 0,-1 0 0 0 0,0 0 0 0 0,0-1 0 0 0,0 1 0 0 0,-1 0 0 0 0,1 0 0 0 0,-1 0 0 0 0,-1 0 0 0 0,1 0 0 0 0,0 0 0 0 0,0 0 0 0 0,1 0 0 0 0,0 0 0 0 0,0 0 0 0 0,1 0 0 0 0,0 0 0 0 0,2 0 0 0 0,-1 0 0 0 0,-1 0 0 0 0,-1 0 0 0 0,0 0 0 0 0,-1 0 0 0 0,1 0 0 0 0,-1 0 0 0 0,-1 0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13519 9079 16383 0 0,'-1'0'0'0'0,"0"0"0"0"0,3 0 0 0 0,3 2 0 0 0,4 3 0 0 0,3 2 0 0 0,1 1 0 0 0,2 2 0 0 0,1 2 0 0 0,0 0 0 0 0,1 2 0 0 0,-1-1 0 0 0,0 0 0 0 0,0-1 0 0 0,0 1 0 0 0,0 0 0 0 0,-1-1 0 0 0,0-1 0 0 0,-1 0 0 0 0,0 1 0 0 0,-1-1 0 0 0,1 2 0 0 0,0 0 0 0 0,-1 0 0 0 0,1 1 0 0 0,-1-1 0 0 0,-2-1 0 0 0,-1-1 0 0 0,-2-2 0 0 0,-2-1 0 0 0,0-2 0 0 0,-1-1 0 0 0,-1 0 0 0 0,0 0 0 0 0,-2 0 0 0 0,-3-1 0 0 0,-5-1 0 0 0,-4 2 0 0 0,-4 1 0 0 0,-1 1 0 0 0,-3 1 0 0 0,1 2 0 0 0,-2 1 0 0 0,0 2 0 0 0,0 0 0 0 0,1 0 0 0 0,0 0 0 0 0,2 0 0 0 0,1 0 0 0 0,1-1 0 0 0,1 0 0 0 0,2-2 0 0 0,2-3 0 0 0,2-1 0 0 0,1-1 0 0 0,1-2 0 0 0,0 0 0 0 0,0-1 0 0 0,1 0 0 0 0,-1 0 0 0 0,0 1 0 0 0,0-1 0 0 0,-1 1 0 0 0,1 0 0 0 0,0 1 0 0 0,1 1 0 0 0,0 0 0 0 0,0 0 0 0 0,0-1 0 0 0,2-1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11330 10358 16383 0 0,'2'0'0'0'0,"4"0"0"0"0,7 0 0 0 0,8 0 0 0 0,5 0 0 0 0,5 0 0 0 0,5 0 0 0 0,3 0 0 0 0,4 0 0 0 0,3 0 0 0 0,0 0 0 0 0,1-1 0 0 0,-2 0 0 0 0,-1-1 0 0 0,-1 1 0 0 0,-2 0 0 0 0,-2 0 0 0 0,-2 1 0 0 0,-2-1 0 0 0,0 1 0 0 0,2 0 0 0 0,1 1 0 0 0,1-1 0 0 0,0 0 0 0 0,0 0 0 0 0,-3 0 0 0 0,-1 0 0 0 0,-3 0 0 0 0,1-1 0 0 0,0 0 0 0 0,-1-1 0 0 0,0 1 0 0 0,-2-1 0 0 0,-2 1 0 0 0,0-1 0 0 0,-2 0 0 0 0,-1 0 0 0 0,0 1 0 0 0,-1 1 0 0 0,-1-1 0 0 0,0 1 0 0 0,1 0 0 0 0,0 0 0 0 0,2 0 0 0 0,2 0 0 0 0,1 0 0 0 0,2 0 0 0 0,-1 0 0 0 0,-1 1 0 0 0,-3-1 0 0 0,-2 0 0 0 0,-3 0 0 0 0,-2 0 0 0 0,-2 0 0 0 0,-2-1 0 0 0,-1 1 0 0 0,-1 0 0 0 0,-1 0 0 0 0,0 0 0 0 0,0 0 0 0 0,2 0 0 0 0,1 0 0 0 0,2 0 0 0 0,1 0 0 0 0,0 0 0 0 0,0 0 0 0 0,-2 0 0 0 0,0 0 0 0 0,-2 0 0 0 0,-2 0 0 0 0,-1 0 0 0 0,-2 0 0 0 0,-1 0 0 0 0,-1 0 0 0 0,0 0 0 0 0,1 0 0 0 0,1 0 0 0 0,1 0 0 0 0,0 0 0 0 0,1 1 0 0 0,0-1 0 0 0,0 1 0 0 0,2 1 0 0 0,0-1 0 0 0,-1 1 0 0 0,0 0 0 0 0,-1-1 0 0 0,-2 1 0 0 0,-1 1 0 0 0,-1-1 0 0 0,-1 1 0 0 0,-1 0 0 0 0,0 0 0 0 0,-1 1 0 0 0,-1 0 0 0 0,-1 1 0 0 0,0 0 0 0 0,0 1 0 0 0,0 2 0 0 0,1 1 0 0 0,-1 0 0 0 0,1 1 0 0 0,0-1 0 0 0,0 1 0 0 0,1 0 0 0 0,-1 0 0 0 0,0 0 0 0 0,1 2 0 0 0,-1 1 0 0 0,1-1 0 0 0,0 1 0 0 0,0-1 0 0 0,0 1 0 0 0,0 0 0 0 0,0 0 0 0 0,1 0 0 0 0,-1 1 0 0 0,0-1 0 0 0,-1 0 0 0 0,0-2 0 0 0,-1 0 0 0 0,1 0 0 0 0,-1-1 0 0 0,0 1 0 0 0,0-1 0 0 0,1 0 0 0 0,-1 0 0 0 0,0-1 0 0 0,0-1 0 0 0,-1 0 0 0 0,-1-1 0 0 0,0-1 0 0 0,0 1 0 0 0,0-1 0 0 0,0 0 0 0 0,0 1 0 0 0,0-1 0 0 0,0 0 0 0 0,2 1 0 0 0,-1 1 0 0 0,0-1 0 0 0,0 1 0 0 0,0-1 0 0 0,-1 0 0 0 0,0 1 0 0 0,0 1 0 0 0,0 0 0 0 0,0 0 0 0 0,0 0 0 0 0,1-2 0 0 0,0 0 0 0 0,0-1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13264 10701 16383 0 0,'0'1'0'0'0,"3"1"0"0"0,2 3 0 0 0,2 3 0 0 0,4 1 0 0 0,1 2 0 0 0,0 0 0 0 0,0 1 0 0 0,-1-1 0 0 0,-1-1 0 0 0,0 0 0 0 0,0-1 0 0 0,0 0 0 0 0,2 0 0 0 0,0 1 0 0 0,1 1 0 0 0,0 1 0 0 0,0-2 0 0 0,-1-1 0 0 0,-1-3 0 0 0,0 1 0 0 0,-1-1 0 0 0,0 0 0 0 0,-2-1 0 0 0,0 0 0 0 0,-2-2 0 0 0,1-2 0 0 0,-2 0 0 0 0,1-1 0 0 0,-1-5 0 0 0,2-3 0 0 0,2-3 0 0 0,1-3 0 0 0,0-1 0 0 0,0 1 0 0 0,-1 1 0 0 0,0 1 0 0 0,-1 1 0 0 0,0 1 0 0 0,0 1 0 0 0,0 0 0 0 0,2-1 0 0 0,1 0 0 0 0,1 0 0 0 0,1 1 0 0 0,-1 0 0 0 0,-2 3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11349 11209 16383 0 0,'1'0'0'0'0,"1"0"0"0"0,5 0 0 0 0,7 0 0 0 0,7 0 0 0 0,6 0 0 0 0,6 0 0 0 0,4 0 0 0 0,3 0 0 0 0,2 0 0 0 0,0 0 0 0 0,-2 0 0 0 0,-1 0 0 0 0,-3 0 0 0 0,1 0 0 0 0,2 0 0 0 0,2 0 0 0 0,2 0 0 0 0,0 0 0 0 0,1 0 0 0 0,2 0 0 0 0,1 0 0 0 0,1 0 0 0 0,2 0 0 0 0,-2 0 0 0 0,-1 0 0 0 0,-4 0 0 0 0,-1 0 0 0 0,0 0 0 0 0,0 0 0 0 0,0 0 0 0 0,-2 0 0 0 0,-2 0 0 0 0,0 0 0 0 0,-1 0 0 0 0,-1 0 0 0 0,-2-1 0 0 0,-1 0 0 0 0,-3-1 0 0 0,0 1 0 0 0,1-1 0 0 0,3 1 0 0 0,1-1 0 0 0,1 0 0 0 0,-1 0 0 0 0,1 0 0 0 0,2 0 0 0 0,4-1 0 0 0,5 0 0 0 0,3 0 0 0 0,0 0 0 0 0,0 2 0 0 0,0 0 0 0 0,-1 0 0 0 0,1 1 0 0 0,-1 0 0 0 0,-2 0 0 0 0,-5 0 0 0 0,-3 0 0 0 0,-4 1 0 0 0,-4-1 0 0 0,-1 0 0 0 0,-3 0 0 0 0,0 0 0 0 0,0 0 0 0 0,1 0 0 0 0,2 0 0 0 0,1 0 0 0 0,0 0 0 0 0,-1 0 0 0 0,-5 0 0 0 0,-3 0 0 0 0,-6 0 0 0 0,-3 0 0 0 0,-4 0 0 0 0,0 0 0 0 0,0 0 0 0 0,1 0 0 0 0,0 0 0 0 0,1 0 0 0 0,-1 0 0 0 0,-1 0 0 0 0,1 0 0 0 0,-1 0 0 0 0,1 0 0 0 0,0 0 0 0 0,-1 0 0 0 0,0 0 0 0 0,-1 0 0 0 0,-1 0 0 0 0,0 0 0 0 0,-1 0 0 0 0,0 0 0 0 0,-1 0 0 0 0,1 0 0 0 0,-1 0 0 0 0,1 0 0 0 0,0 0 0 0 0,1 1 0 0 0,-1 0 0 0 0,1 1 0 0 0,-1 0 0 0 0,-2 0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14081 10940 16383 0 0,'1'0'0'0'0,"1"0"0"0"0,5-1 0 0 0,4 1 0 0 0,4 1 0 0 0,5 4 0 0 0,4 4 0 0 0,1 3 0 0 0,0 2 0 0 0,-2 2 0 0 0,-3-2 0 0 0,-1-1 0 0 0,-3-1 0 0 0,0-2 0 0 0,0 0 0 0 0,1 0 0 0 0,0 1 0 0 0,-1-1 0 0 0,0 1 0 0 0,-2 1 0 0 0,1-1 0 0 0,-2-1 0 0 0,-2-1 0 0 0,-4-2 0 0 0,-3-2 0 0 0,-6-1 0 0 0,-4-1 0 0 0,-7 1 0 0 0,-6 1 0 0 0,-5 2 0 0 0,-3 0 0 0 0,-2 1 0 0 0,-1-1 0 0 0,2 1 0 0 0,1 1 0 0 0,3-1 0 0 0,2 1 0 0 0,0 0 0 0 0,2 0 0 0 0,1 0 0 0 0,2 0 0 0 0,2 1 0 0 0,2-1 0 0 0,3-2 0 0 0,2-1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15923 11074 16383 0 0,'0'0'0'0'0,"2"0"0"0"0,1 0 0 0 0,1 0 0 0 0,3 0 0 0 0,1 0 0 0 0,0 0 0 0 0,3 0 0 0 0,1 0 0 0 0,0 0 0 0 0,0 0 0 0 0,0 0 0 0 0,0 0 0 0 0,1 0 0 0 0,1 0 0 0 0,-1 0 0 0 0,-1 0 0 0 0,0 0 0 0 0,0 0 0 0 0,0 0 0 0 0,0 0 0 0 0,-1 0 0 0 0,-1 0 0 0 0,0 0 0 0 0,-2 0 0 0 0,0 0 0 0 0,-1 0 0 0 0,1 0 0 0 0,0 0 0 0 0,-1 0 0 0 0,0 0 0 0 0,-1 0 0 0 0,0 0 0 0 0,1 0 0 0 0,-1 0 0 0 0,1 0 0 0 0,0 0 0 0 0,-1 0 0 0 0,0 0 0 0 0,-1 0 0 0 0,1 0 0 0 0,-1 0 0 0 0,1 0 0 0 0,1 0 0 0 0,0 0 0 0 0,1 0 0 0 0,1 0 0 0 0,0 0 0 0 0,0 0 0 0 0,1 0 0 0 0,0 0 0 0 0,0 0 0 0 0,-1 0 0 0 0,-1 0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16246 10859 16383 0 0,'1'0'0'0'0,"1"0"0"0"0,2 1 0 0 0,3 2 0 0 0,3 3 0 0 0,2 3 0 0 0,0 1 0 0 0,2 2 0 0 0,-2 0 0 0 0,0-1 0 0 0,-2-3 0 0 0,-1 0 0 0 0,1 0 0 0 0,0 0 0 0 0,-1-1 0 0 0,0-1 0 0 0,-1 1 0 0 0,-2-2 0 0 0,0 0 0 0 0,-1-1 0 0 0,-1 1 0 0 0,1 0 0 0 0,-1 1 0 0 0,0 0 0 0 0,0 1 0 0 0,1 1 0 0 0,-1 0 0 0 0,1 1 0 0 0,-2-1 0 0 0,1 0 0 0 0,-1 1 0 0 0,-1 1 0 0 0,0-1 0 0 0,-1-1 0 0 0,-1 0 0 0 0,1-1 0 0 0,-2 1 0 0 0,1 0 0 0 0,0-1 0 0 0,-2 0 0 0 0,-3-2 0 0 0,-2 0 0 0 0,-4-1 0 0 0,-2 0 0 0 0,-3 2 0 0 0,-2 1 0 0 0,-1 2 0 0 0,0 1 0 0 0,2-2 0 0 0,3 0 0 0 0,3-1 0 0 0,3-2 0 0 0,2-2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18249 11029 16383 0 0,'1'0'0'0'0,"1"0"0"0"0,4 0 0 0 0,5 0 0 0 0,2 0 0 0 0,2 0 0 0 0,0 0 0 0 0,2 0 0 0 0,0 0 0 0 0,2 0 0 0 0,-1 0 0 0 0,-1 0 0 0 0,-1 0 0 0 0,1-1 0 0 0,0 0 0 0 0,-1-1 0 0 0,0 0 0 0 0,-3-1 0 0 0,-1 1 0 0 0,-3 1 0 0 0,-1 0 0 0 0,-1 0 0 0 0,0 0 0 0 0,-1-1 0 0 0,0 1 0 0 0,1 0 0 0 0,0 0 0 0 0,1-1 0 0 0,2 1 0 0 0,1-1 0 0 0,0 1 0 0 0,0-1 0 0 0,0 2 0 0 0,0-1 0 0 0,0 0 0 0 0,-1-1 0 0 0,0 1 0 0 0,0 0 0 0 0,-1 0 0 0 0,-1 0 0 0 0,1 1 0 0 0,-1 0 0 0 0,0 0 0 0 0,-1 0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18585 10774 16383 0 0,'0'0'0'0'0,"2"0"0"0"0,1 0 0 0 0,2 0 0 0 0,2 0 0 0 0,3 2 0 0 0,1 2 0 0 0,0 1 0 0 0,1 0 0 0 0,-1 1 0 0 0,0 0 0 0 0,-2 1 0 0 0,-2-1 0 0 0,-1 0 0 0 0,0-1 0 0 0,0 0 0 0 0,-1 0 0 0 0,0 0 0 0 0,1 1 0 0 0,0 1 0 0 0,0 1 0 0 0,1 1 0 0 0,-1 0 0 0 0,0 0 0 0 0,-2 0 0 0 0,-1-1 0 0 0,-1 1 0 0 0,-1 0 0 0 0,-1 1 0 0 0,-2 2 0 0 0,-2-1 0 0 0,0 1 0 0 0,-1 0 0 0 0,0 1 0 0 0,-1 0 0 0 0,0 1 0 0 0,-1-1 0 0 0,2-1 0 0 0,-1-1 0 0 0,2-3 0 0 0,0-1 0 0 0,1-1 0 0 0,0 0 0 0 0,-2-1 0 0 0,0 2 0 0 0,-1 1 0 0 0,-2 0 0 0 0,0-2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20664 11071 16383 0 0,'1'0'0'0'0,"3"0"0"0"0,5 0 0 0 0,4 0 0 0 0,2 0 0 0 0,2 0 0 0 0,0 0 0 0 0,1 0 0 0 0,1 0 0 0 0,1 0 0 0 0,3-1 0 0 0,0-2 0 0 0,0 0 0 0 0,1-1 0 0 0,0 0 0 0 0,0 1 0 0 0,1-1 0 0 0,0 1 0 0 0,-1 0 0 0 0,-2 1 0 0 0,-1 0 0 0 0,0 0 0 0 0,-1 0 0 0 0,0 1 0 0 0,-2 0 0 0 0,-3-1 0 0 0,-3 1 0 0 0,-3 0 0 0 0,0 0 0 0 0,-2 0 0 0 0,1 0 0 0 0,0 1 0 0 0,0-2 0 0 0,0 0 0 0 0,0-1 0 0 0,0 1 0 0 0,0 0 0 0 0,1 0 0 0 0,0 0 0 0 0,-1 0 0 0 0,-1 0 0 0 0,-1 1 0 0 0,1 1 0 0 0,1-1 0 0 0,1 1 0 0 0,0 0 0 0 0,1 1 0 0 0,0-1 0 0 0,0 0 0 0 0,0 0 0 0 0,-2 0 0 0 0,1 0 0 0 0,-2 0 0 0 0,1 0 0 0 0,-1 0 0 0 0,-1 0 0 0 0,0 0 0 0 0,0 0 0 0 0,0 0 0 0 0,2 0 0 0 0,0 0 0 0 0,1 0 0 0 0,-1 0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21066 10749 16383 0 0,'1'0'0'0'0,"2"0"0"0"0,5 0 0 0 0,3 0 0 0 0,2 2 0 0 0,1 0 0 0 0,1 1 0 0 0,2 1 0 0 0,2 2 0 0 0,-1 0 0 0 0,-1-1 0 0 0,0 1 0 0 0,-2 0 0 0 0,1 0 0 0 0,0 0 0 0 0,0 1 0 0 0,0-1 0 0 0,1 1 0 0 0,-1 0 0 0 0,0 0 0 0 0,-2-1 0 0 0,-2 0 0 0 0,-1-1 0 0 0,-2 0 0 0 0,-1-1 0 0 0,-1 0 0 0 0,-2-1 0 0 0,0 1 0 0 0,0 0 0 0 0,1 2 0 0 0,0 1 0 0 0,-1 0 0 0 0,0-1 0 0 0,-2 0 0 0 0,0 0 0 0 0,-2 0 0 0 0,0 0 0 0 0,-1 0 0 0 0,-1 1 0 0 0,-2 1 0 0 0,-4 1 0 0 0,-2 2 0 0 0,-2-1 0 0 0,-1 0 0 0 0,0 0 0 0 0,-1 0 0 0 0,-2 1 0 0 0,0 0 0 0 0,-2 2 0 0 0,-1 0 0 0 0,0 0 0 0 0,1 1 0 0 0,1-1 0 0 0,4-2 0 0 0,1-2 0 0 0,2-1 0 0 0,1-3 0 0 0,2 0 0 0 0,1-2 0 0 0,1 0 0 0 0,2 2 0 0 0,-1-1 0 0 0,1 2 0 0 0,0 0 0 0 0,0 1 0 0 0,0-1 0 0 0,-1 1 0 0 0,1 0 0 0 0,-1 1 0 0 0,0 0 0 0 0,0 2 0 0 0,-1 0 0 0 0,1-2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11499 12194 16383 0 0,'1'0'0'0'0,"1"0"0"0"0,3 0 0 0 0,7 0 0 0 0,6 1 0 0 0,7 1 0 0 0,7 2 0 0 0,6 0 0 0 0,5 0 0 0 0,4 1 0 0 0,3-1 0 0 0,2 0 0 0 0,4-2 0 0 0,2 0 0 0 0,3-1 0 0 0,1-1 0 0 0,1 0 0 0 0,0 0 0 0 0,-1 0 0 0 0,0-1 0 0 0,-1 1 0 0 0,0 0 0 0 0,-3 0 0 0 0,-1-1 0 0 0,-1-1 0 0 0,-1-2 0 0 0,-4-2 0 0 0,-2 2 0 0 0,-5 0 0 0 0,-4 1 0 0 0,-4 1 0 0 0,-2-1 0 0 0,-2 1 0 0 0,-2 0 0 0 0,1 0 0 0 0,0-1 0 0 0,2 2 0 0 0,2 0 0 0 0,2 0 0 0 0,1 0 0 0 0,-2-1 0 0 0,-2 1 0 0 0,-2-1 0 0 0,-3 1 0 0 0,-2 0 0 0 0,-3 1 0 0 0,-3 0 0 0 0,-3 0 0 0 0,-4 0 0 0 0,-2 0 0 0 0,-2 0 0 0 0,0 0 0 0 0,-2 2 0 0 0,0 0 0 0 0,-1 3 0 0 0,0 0 0 0 0,-1 2 0 0 0,-1 0 0 0 0,0 1 0 0 0,-2 1 0 0 0,-1 2 0 0 0,0 0 0 0 0,0 2 0 0 0,0-1 0 0 0,0 1 0 0 0,1 1 0 0 0,0 4 0 0 0,0 2 0 0 0,1 3 0 0 0,0 1 0 0 0,0 0 0 0 0,1-1 0 0 0,0 0 0 0 0,-1-2 0 0 0,1 0 0 0 0,0 0 0 0 0,-1-1 0 0 0,-1 0 0 0 0,1-2 0 0 0,-1-1 0 0 0,-1-2 0 0 0,1-2 0 0 0,-1 0 0 0 0,0-1 0 0 0,0 0 0 0 0,0-1 0 0 0,0 0 0 0 0,-1 1 0 0 0,1 0 0 0 0,-1 1 0 0 0,1-2 0 0 0,-1 0 0 0 0,0-1 0 0 0,1-1 0 0 0,-1-1 0 0 0,1 0 0 0 0,-1-2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13278 12666 16383 0 0,'1'0'0'0'0,"3"1"0"0"0,4 3 0 0 0,5 3 0 0 0,3 2 0 0 0,1 1 0 0 0,0 0 0 0 0,-1-1 0 0 0,-2-2 0 0 0,-1 0 0 0 0,-2-1 0 0 0,-1-1 0 0 0,-2 0 0 0 0,-1-2 0 0 0,1 1 0 0 0,0 0 0 0 0,0 0 0 0 0,0 0 0 0 0,0 2 0 0 0,0 0 0 0 0,1 1 0 0 0,-1 1 0 0 0,0 0 0 0 0,0 2 0 0 0,0 0 0 0 0,0-1 0 0 0,-1-1 0 0 0,0-1 0 0 0,-1-2 0 0 0,0-1 0 0 0,-1-1 0 0 0,0 0 0 0 0,0-2 0 0 0,1 0 0 0 0,1-1 0 0 0,3 1 0 0 0,1-1 0 0 0,1-1 0 0 0,-1 1 0 0 0,2-1 0 0 0,-1-2 0 0 0,2-3 0 0 0,-1 0 0 0 0,-2-1 0 0 0,-1 0 0 0 0,-2 0 0 0 0,-1-1 0 0 0,0-1 0 0 0,1-1 0 0 0,1 0 0 0 0,0-1 0 0 0,1 0 0 0 0,-1 0 0 0 0,0 2 0 0 0,-1 0 0 0 0,-1 2 0 0 0,-2 0 0 0 0,-1 2 0 0 0,-1 1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11917 13354 16383 0 0,'1'0'0'0'0,"2"0"0"0"0,5 0 0 0 0,6 0 0 0 0,12 0 0 0 0,11 0 0 0 0,8 0 0 0 0,9 0 0 0 0,11 0 0 0 0,7 0 0 0 0,1 0 0 0 0,-1-1 0 0 0,-6 0 0 0 0,-7-1 0 0 0,-6 0 0 0 0,-5 1 0 0 0,-4 0 0 0 0,-4 0 0 0 0,0 1 0 0 0,0 0 0 0 0,0 0 0 0 0,1-2 0 0 0,2-2 0 0 0,1-2 0 0 0,-1 0 0 0 0,0-2 0 0 0,-1 0 0 0 0,-2 1 0 0 0,-2 1 0 0 0,-1 0 0 0 0,-3 2 0 0 0,-3 1 0 0 0,-2 1 0 0 0,-3 1 0 0 0,-3 0 0 0 0,-2 1 0 0 0,-3 1 0 0 0,0-1 0 0 0,-2 0 0 0 0,-2 0 0 0 0,0 0 0 0 0,-2 0 0 0 0,-1 1 0 0 0,-2 0 0 0 0,-1 1 0 0 0,0 2 0 0 0,-1 1 0 0 0,-1 1 0 0 0,-1 0 0 0 0,-1 2 0 0 0,1 0 0 0 0,0 3 0 0 0,0 2 0 0 0,1 3 0 0 0,0 0 0 0 0,-2 2 0 0 0,0-2 0 0 0,-2 1 0 0 0,-1 0 0 0 0,0-1 0 0 0,-1-1 0 0 0,0-2 0 0 0,0-1 0 0 0,-1 0 0 0 0,1 2 0 0 0,0 2 0 0 0,0 0 0 0 0,0 2 0 0 0,0 0 0 0 0,0 1 0 0 0,0 5 0 0 0,0 7 0 0 0,0 6 0 0 0,0 2 0 0 0,0-1 0 0 0,0-4 0 0 0,0-6 0 0 0,0-6 0 0 0,0-5 0 0 0,0-4 0 0 0,0-2 0 0 0,0-1 0 0 0,0-3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13226 13733 16383 0 0,'1'0'0'0'0,"0"-1"0"0"0,2 2 0 0 0,2 3 0 0 0,2 2 0 0 0,3 4 0 0 0,1 2 0 0 0,2 1 0 0 0,0 1 0 0 0,0 0 0 0 0,-2-1 0 0 0,0-1 0 0 0,0 0 0 0 0,0 0 0 0 0,0 0 0 0 0,0 0 0 0 0,2 2 0 0 0,2 3 0 0 0,0 1 0 0 0,0 0 0 0 0,-1-1 0 0 0,-3-2 0 0 0,-1-4 0 0 0,-2-3 0 0 0,-2-3 0 0 0,0-2 0 0 0,0-3 0 0 0,0 0 0 0 0,0 0 0 0 0,2-1 0 0 0,0 0 0 0 0,1 1 0 0 0,1-3 0 0 0,1-3 0 0 0,2-4 0 0 0,2-2 0 0 0,2-1 0 0 0,0 1 0 0 0,3-2 0 0 0,0 0 0 0 0,2 0 0 0 0,0 1 0 0 0,-1 1 0 0 0,-2 2 0 0 0,-1 1 0 0 0,-2 2 0 0 0,-1 1 0 0 0,-1 1 0 0 0,-2 2 0 0 0,-1-1 0 0 0,-2 2 0 0 0,-2 0 0 0 0,-1 1 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11282 14255 16383 0 0,'0'-1'0'0'0,"-2"0"0"0"0,2-1 0 0 0,8 1 0 0 0,15 0 0 0 0,17 0 0 0 0,19 1 0 0 0,21 0 0 0 0,18 0 0 0 0,11 0 0 0 0,8 0 0 0 0,1 0 0 0 0,-2 0 0 0 0,-4 0 0 0 0,-7 0 0 0 0,-12 0 0 0 0,-14 0 0 0 0,-11 0 0 0 0,-9 0 0 0 0,-5 0 0 0 0,-4 0 0 0 0,1 0 0 0 0,1 0 0 0 0,0 1 0 0 0,-1 1 0 0 0,-1 2 0 0 0,0 2 0 0 0,-1 1 0 0 0,-2 1 0 0 0,-2 0 0 0 0,-2-1 0 0 0,-4 1 0 0 0,-4 0 0 0 0,-3-1 0 0 0,2-1 0 0 0,0-1 0 0 0,1-1 0 0 0,0-1 0 0 0,-1-1 0 0 0,-3-1 0 0 0,0-1 0 0 0,2 0 0 0 0,1 0 0 0 0,-1-1 0 0 0,-3 1 0 0 0,-3 0 0 0 0,-4 0 0 0 0,-3 0 0 0 0,-2 0 0 0 0,-1 0 0 0 0,-2 0 0 0 0,0 0 0 0 0,-1 0 0 0 0,1 0 0 0 0,3 0 0 0 0,1 0 0 0 0,1 0 0 0 0,1 0 0 0 0,0 0 0 0 0,-1 0 0 0 0,-1 0 0 0 0,-3 0 0 0 0,-1 0 0 0 0,0 0 0 0 0,-1 0 0 0 0,0-1 0 0 0,0 0 0 0 0,1-3 0 0 0,0-1 0 0 0,0 0 0 0 0,0-1 0 0 0,-2 1 0 0 0,-2 1 0 0 0,-1 1 0 0 0,-1 2 0 0 0,-1 0 0 0 0,1 1 0 0 0,-1 0 0 0 0,0-1 0 0 0,-2-2 0 0 0,-2 0 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14014 13936 16383 0 0,'-1'0'0'0'0,"2"0"0"0"0,2 0 0 0 0,4 1 0 0 0,4 3 0 0 0,4 3 0 0 0,3 4 0 0 0,2 3 0 0 0,1 1 0 0 0,1 2 0 0 0,1 0 0 0 0,-2-1 0 0 0,-3-2 0 0 0,-3-2 0 0 0,-3-3 0 0 0,-3 0 0 0 0,-1-2 0 0 0,-1 1 0 0 0,-2 1 0 0 0,-1 0 0 0 0,-2-1 0 0 0,0-1 0 0 0,-2 0 0 0 0,0 0 0 0 0,0 0 0 0 0,-1 1 0 0 0,-1 0 0 0 0,0 3 0 0 0,-1 0 0 0 0,-2 2 0 0 0,0 0 0 0 0,0-1 0 0 0,0 0 0 0 0,-1 0 0 0 0,0 0 0 0 0,0 0 0 0 0,0-1 0 0 0,-1-1 0 0 0,0 0 0 0 0,0 0 0 0 0,0 3 0 0 0,0 0 0 0 0,1 0 0 0 0,1-1 0 0 0,0-2 0 0 0,1-1 0 0 0,0-1 0 0 0,1-1 0 0 0,0 0 0 0 0,0 1 0 0 0,-1 0 0 0 0,-1 1 0 0 0,0 1 0 0 0,0-1 0 0 0,0 0 0 0 0,1-1 0 0 0,0 0 0 0 0,-1 0 0 0 0,2 0 0 0 0,0 0 0 0 0,1-1 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17329 14404 16383 0 0,'1'0'0'0'0,"2"0"0"0"0,4 0 0 0 0,4 0 0 0 0,5 0 0 0 0,5 0 0 0 0,4 0 0 0 0,7 0 0 0 0,5 0 0 0 0,2 0 0 0 0,-1 0 0 0 0,-2 0 0 0 0,-2 0 0 0 0,-1 0 0 0 0,0 0 0 0 0,-1 0 0 0 0,-2 1 0 0 0,-3 1 0 0 0,-4 1 0 0 0,-4 0 0 0 0,-3 1 0 0 0,-3-1 0 0 0,-1-1 0 0 0,-2 0 0 0 0,1 0 0 0 0,0 0 0 0 0,2 2 0 0 0,3 0 0 0 0,0 0 0 0 0,1 1 0 0 0,-1-2 0 0 0,0-1 0 0 0,-1 0 0 0 0,-2-2 0 0 0,0 0 0 0 0,-2 0 0 0 0,-1 0 0 0 0,0 0 0 0 0,0 0 0 0 0,1 0 0 0 0,1 0 0 0 0,1 0 0 0 0,0 0 0 0 0,0 0 0 0 0,1 0 0 0 0,0 0 0 0 0,0 0 0 0 0,0 0 0 0 0,0 0 0 0 0,-2 0 0 0 0,0 0 0 0 0,1 0 0 0 0,0 0 0 0 0,1 0 0 0 0,1 0 0 0 0,0 0 0 0 0,1 0 0 0 0,-2 0 0 0 0,0 0 0 0 0,-2 0 0 0 0,-1 0 0 0 0,0 0 0 0 0,0 0 0 0 0,0 0 0 0 0,-1 0 0 0 0,-1 0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9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18258 14149 16383 0 0,'-1'0'0'0'0,"0"0"0"0"0,2 0 0 0 0,3 0 0 0 0,3 0 0 0 0,3 0 0 0 0,4 1 0 0 0,3 1 0 0 0,2 3 0 0 0,0 3 0 0 0,-1 1 0 0 0,1 2 0 0 0,-1 1 0 0 0,-2-1 0 0 0,0-1 0 0 0,-2 0 0 0 0,0-1 0 0 0,-1 0 0 0 0,-1 0 0 0 0,-1 1 0 0 0,0 2 0 0 0,-2 0 0 0 0,0 1 0 0 0,-2-1 0 0 0,-1-1 0 0 0,-1 0 0 0 0,-1-1 0 0 0,-1 0 0 0 0,1 1 0 0 0,0 2 0 0 0,-1 1 0 0 0,0 1 0 0 0,-1 0 0 0 0,-1-1 0 0 0,1 0 0 0 0,0 2 0 0 0,-1 2 0 0 0,0 2 0 0 0,-1 0 0 0 0,1-2 0 0 0,-2-4 0 0 0,-1-3 0 0 0,-2-4 0 0 0,-3-2 0 0 0,-2-1 0 0 0,-2-1 0 0 0,-2 0 0 0 0,-2 0 0 0 0,1 0 0 0 0,1 0 0 0 0,1 1 0 0 0,1 0 0 0 0,1 0 0 0 0,2 0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11504 15531 16383 0 0,'1'0'0'0'0,"5"0"0"0"0,12 0 0 0 0,13 0 0 0 0,17 0 0 0 0,19 0 0 0 0,21 0 0 0 0,15 0 0 0 0,12 0 0 0 0,6 0 0 0 0,-2 0 0 0 0,-2 0 0 0 0,-5 0 0 0 0,-7 0 0 0 0,-8 0 0 0 0,-8 0 0 0 0,-9 0 0 0 0,-5 0 0 0 0,-6 0 0 0 0,-3 0 0 0 0,-3 0 0 0 0,-4 0 0 0 0,-1 0 0 0 0,0 0 0 0 0,0 0 0 0 0,-2 0 0 0 0,-3 0 0 0 0,-2 0 0 0 0,-4 0 0 0 0,-4 0 0 0 0,-4 0 0 0 0,-7 1 0 0 0,-5 0 0 0 0,-3 1 0 0 0,-2 1 0 0 0,1 0 0 0 0,-1-1 0 0 0,-1-1 0 0 0,-2 0 0 0 0,-2 0 0 0 0,-3-1 0 0 0,-3 0 0 0 0,0 0 0 0 0,1 0 0 0 0,-1 0 0 0 0,2 0 0 0 0,-1 0 0 0 0,1 0 0 0 0,-1 0 0 0 0,0 0 0 0 0,2 0 0 0 0,1 2 0 0 0,0 0 0 0 0,-1-1 0 0 0,1 0 0 0 0,-1 0 0 0 0,2-1 0 0 0,1 0 0 0 0,0 0 0 0 0,-1 0 0 0 0,0 0 0 0 0,-2 1 0 0 0,-1 0 0 0 0,-1 0 0 0 0,-1 0 0 0 0,-2 0 0 0 0,0 0 0 0 0,0-1 0 0 0,-1 0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13998 15291 16383 0 0,'-1'0'0'0'0,"1"0"0"0"0,3 0 0 0 0,7 0 0 0 0,8 0 0 0 0,6 0 0 0 0,7 0 0 0 0,4 0 0 0 0,2 1 0 0 0,-2 2 0 0 0,-2 4 0 0 0,-3 1 0 0 0,-3 3 0 0 0,-4 1 0 0 0,-3 0 0 0 0,-2 0 0 0 0,-3-1 0 0 0,-1-1 0 0 0,-2-2 0 0 0,-3 0 0 0 0,-3-1 0 0 0,-2 2 0 0 0,-3 2 0 0 0,-4 3 0 0 0,-3 3 0 0 0,-4 3 0 0 0,-2 2 0 0 0,-3 3 0 0 0,-3 4 0 0 0,-1 2 0 0 0,-1 0 0 0 0,0-3 0 0 0,1-3 0 0 0,2-4 0 0 0,2-4 0 0 0,1-2 0 0 0,0-2 0 0 0,-1-1 0 0 0,-5 1 0 0 0,-4 0 0 0 0,-5 1 0 0 0,0 0 0 0 0,1-1 0 0 0,3-2 0 0 0,4-3 0 0 0,5-3 0 0 0,3-2 0 0 0,4-2 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17315 15742 16383 0 0,'1'0'0'0'0,"4"0"0"0"0,4 0 0 0 0,5 0 0 0 0,5 0 0 0 0,4 0 0 0 0,7 0 0 0 0,7 0 0 0 0,7 0 0 0 0,3 0 0 0 0,2 0 0 0 0,-1 0 0 0 0,-1 0 0 0 0,-1 0 0 0 0,-2 0 0 0 0,-3 0 0 0 0,-4 0 0 0 0,-6 0 0 0 0,-4 0 0 0 0,-4 0 0 0 0,-3 0 0 0 0,-4 0 0 0 0,-1 0 0 0 0,-4 0 0 0 0,-1 0 0 0 0,-2 0 0 0 0,1 0 0 0 0,-1 0 0 0 0,2 0 0 0 0,1 0 0 0 0,1 0 0 0 0,0 0 0 0 0,0 0 0 0 0,0 0 0 0 0,-1 0 0 0 0,0 0 0 0 0,-1 0 0 0 0,-1 0 0 0 0,-1 0 0 0 0,0 0 0 0 0,-1 0 0 0 0,0 0 0 0 0,-1 0 0 0 0,1 0 0 0 0,-2 0 0 0 0,2 0 0 0 0,2 0 0 0 0,1 0 0 0 0,1 0 0 0 0,1 0 0 0 0,2 0 0 0 0,2 0 0 0 0,2 0 0 0 0,0 0 0 0 0,-1 0 0 0 0,-2 0 0 0 0,-3 0 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3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18206 15456 16383 0 0,'-1'-1'0'0'0,"1"0"0"0"0,1-1 0 0 0,2 1 0 0 0,3 1 0 0 0,4 2 0 0 0,5 4 0 0 0,6 3 0 0 0,3 4 0 0 0,1 3 0 0 0,0 2 0 0 0,0 2 0 0 0,0 2 0 0 0,1 4 0 0 0,-1 0 0 0 0,-2-1 0 0 0,-4-3 0 0 0,-3-2 0 0 0,-5-4 0 0 0,-4-4 0 0 0,-2-2 0 0 0,-2-2 0 0 0,-2-1 0 0 0,0 0 0 0 0,-2 0 0 0 0,1 2 0 0 0,0 1 0 0 0,-1 0 0 0 0,1-1 0 0 0,-1-1 0 0 0,-4 0 0 0 0,-6 1 0 0 0,-8 2 0 0 0,-9 3 0 0 0,-8 3 0 0 0,-4 1 0 0 0,1 0 0 0 0,3 0 0 0 0,6-2 0 0 0,6-2 0 0 0,7-4 0 0 0,4-1 0 0 0,5-3 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11675 9405 16383 0 0,'1'0'0'0'0,"5"0"0"0"0,6 0 0 0 0,8 0 0 0 0,8 0 0 0 0,7 0 0 0 0,4 0 0 0 0,2 0 0 0 0,2 0 0 0 0,1 0 0 0 0,2 1 0 0 0,0 3 0 0 0,2 2 0 0 0,2 1 0 0 0,3 1 0 0 0,-2 0 0 0 0,-1 0 0 0 0,-4-2 0 0 0,-2-2 0 0 0,-2 0 0 0 0,-3-2 0 0 0,2-1 0 0 0,0-1 0 0 0,2-1 0 0 0,3-2 0 0 0,5-3 0 0 0,5-2 0 0 0,1-2 0 0 0,0 1 0 0 0,-4 2 0 0 0,-3 2 0 0 0,-6 1 0 0 0,-7 2 0 0 0,-5 2 0 0 0,-4 0 0 0 0,-2 0 0 0 0,-2 0 0 0 0,-2 1 0 0 0,1-1 0 0 0,-3 0 0 0 0,0 0 0 0 0,-2 0 0 0 0,0 0 0 0 0,0 0 0 0 0,-2 0 0 0 0,0 0 0 0 0,-1 0 0 0 0,-1 0 0 0 0,-1 0 0 0 0,0 0 0 0 0,-2 0 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13288 9169 16383 0 0,'0'0'0'0'0,"1"-2"0"0"0,4 1 0 0 0,5 0 0 0 0,5 0 0 0 0,6 4 0 0 0,2 4 0 0 0,1 4 0 0 0,2 5 0 0 0,0 2 0 0 0,-1 1 0 0 0,0 0 0 0 0,-1-1 0 0 0,0-2 0 0 0,-1-1 0 0 0,-2-3 0 0 0,-4-2 0 0 0,-3-1 0 0 0,-4-3 0 0 0,-3 0 0 0 0,-4 0 0 0 0,-2-1 0 0 0,-1 2 0 0 0,-1 0 0 0 0,-1 3 0 0 0,-3 2 0 0 0,-4 4 0 0 0,-4 2 0 0 0,-1 0 0 0 0,-2 0 0 0 0,2-4 0 0 0,2-2 0 0 0,1-5 0 0 0,3-2 0 0 0,0-2 0 0 0,1 0 0 0 0,-2 1 0 0 0,0 1 0 0 0,-1 2 0 0 0,-1 1 0 0 0,0 0 0 0 0,0 0 0 0 0,1-1 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11670 10464 16383 0 0,'1'0'0'0'0,"3"0"0"0"0,3 0 0 0 0,7 0 0 0 0,7 0 0 0 0,7 0 0 0 0,4 0 0 0 0,5 0 0 0 0,6 0 0 0 0,7 0 0 0 0,5 0 0 0 0,3 0 0 0 0,0 0 0 0 0,0 1 0 0 0,-2 1 0 0 0,-2 0 0 0 0,-2 1 0 0 0,-3 1 0 0 0,1-2 0 0 0,-1 0 0 0 0,0-1 0 0 0,-1 0 0 0 0,-1-1 0 0 0,-2 0 0 0 0,0 0 0 0 0,1 0 0 0 0,0 0 0 0 0,2-1 0 0 0,0 1 0 0 0,-2 0 0 0 0,-4 0 0 0 0,-3 0 0 0 0,-2 0 0 0 0,-2 0 0 0 0,-1 0 0 0 0,-1 0 0 0 0,-1 0 0 0 0,-1 0 0 0 0,0 0 0 0 0,-1 0 0 0 0,0 0 0 0 0,-2 0 0 0 0,-1-1 0 0 0,-1-2 0 0 0,-1 0 0 0 0,-1 0 0 0 0,-2 0 0 0 0,0-1 0 0 0,-2 2 0 0 0,-1 0 0 0 0,0 0 0 0 0,0-1 0 0 0,-2 0 0 0 0,-1-1 0 0 0,-2 1 0 0 0,-2 0 0 0 0,-3 0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13386 10211 16383 0 0,'1'0'0'0'0,"1"0"0"0"0,2 0 0 0 0,3 0 0 0 0,4 1 0 0 0,5 5 0 0 0,3 2 0 0 0,2 3 0 0 0,1 1 0 0 0,-2 0 0 0 0,-1 1 0 0 0,0-1 0 0 0,-1 1 0 0 0,0-2 0 0 0,-1 1 0 0 0,0-1 0 0 0,-2 1 0 0 0,1 0 0 0 0,-1 0 0 0 0,-1 1 0 0 0,0-1 0 0 0,-3 1 0 0 0,-1-1 0 0 0,-2-2 0 0 0,-2-1 0 0 0,-3-2 0 0 0,-1 0 0 0 0,-1 0 0 0 0,-1 0 0 0 0,0 0 0 0 0,-1 0 0 0 0,-1 0 0 0 0,-3 0 0 0 0,-1 1 0 0 0,-4 1 0 0 0,-4 1 0 0 0,-5 2 0 0 0,-6 2 0 0 0,-4 1 0 0 0,-1 1 0 0 0,2-2 0 0 0,2 1 0 0 0,3-2 0 0 0,5-2 0 0 0,5-3 0 0 0,4-2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11545 11478 16383 0 0,'-1'0'0'0'0,"1"0"0"0"0,1 0 0 0 0,6 0 0 0 0,8 0 0 0 0,12 0 0 0 0,12 0 0 0 0,12 0 0 0 0,12 0 0 0 0,10 0 0 0 0,3 0 0 0 0,0 0 0 0 0,-4 0 0 0 0,-7 0 0 0 0,-9 0 0 0 0,-10 0 0 0 0,-7 0 0 0 0,-6 0 0 0 0,-2 0 0 0 0,-1 0 0 0 0,1 0 0 0 0,1 0 0 0 0,1 0 0 0 0,0 0 0 0 0,0 0 0 0 0,-2 0 0 0 0,-2 0 0 0 0,-2 0 0 0 0,-5 0 0 0 0,-1 0 0 0 0,1 0 0 0 0,1 0 0 0 0,3 0 0 0 0,2 0 0 0 0,0 0 0 0 0,1 0 0 0 0,0 0 0 0 0,0 0 0 0 0,-1 0 0 0 0,1 0 0 0 0,0 0 0 0 0,0 0 0 0 0,1 0 0 0 0,-1 0 0 0 0,0 0 0 0 0,0 2 0 0 0,2 0 0 0 0,1-1 0 0 0,2 0 0 0 0,2 0 0 0 0,-1 0 0 0 0,-1-1 0 0 0,-4 0 0 0 0,-3 0 0 0 0,-3 0 0 0 0,-2 0 0 0 0,-4 0 0 0 0,-1 0 0 0 0,-2 0 0 0 0,0 0 0 0 0,2 0 0 0 0,2 0 0 0 0,0 0 0 0 0,1 0 0 0 0,-1 0 0 0 0,-1 0 0 0 0,-2 0 0 0 0,-3 0 0 0 0,-2 0 0 0 0,-3 0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13406 11129 16383 0 0,'0'0'0'0'0,"-1"0"0"0"0,3 0 0 0 0,2 0 0 0 0,5 1 0 0 0,3 1 0 0 0,6 3 0 0 0,4 4 0 0 0,3 3 0 0 0,-1 1 0 0 0,-3 0 0 0 0,-2 0 0 0 0,-1-2 0 0 0,1 0 0 0 0,1 0 0 0 0,3 1 0 0 0,1 1 0 0 0,0 0 0 0 0,0 2 0 0 0,-2 0 0 0 0,-3-1 0 0 0,-3-1 0 0 0,-2 0 0 0 0,-4-1 0 0 0,-3-1 0 0 0,-4-2 0 0 0,-1-1 0 0 0,-2 0 0 0 0,0-1 0 0 0,-1 0 0 0 0,0 1 0 0 0,-1 0 0 0 0,-4 1 0 0 0,-3 3 0 0 0,-4 2 0 0 0,-4 4 0 0 0,-2 1 0 0 0,1 0 0 0 0,1-2 0 0 0,3-2 0 0 0,2-3 0 0 0,-1-1 0 0 0,-1 0 0 0 0,-3 0 0 0 0,-5 0 0 0 0,-5 2 0 0 0,-2 0 0 0 0,0 0 0 0 0,2-1 0 0 0,4-2 0 0 0,5-2 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11463 12403 16383 0 0,'1'0'0'0'0,"1"0"0"0"0,4 0 0 0 0,6 0 0 0 0,6 0 0 0 0,7 0 0 0 0,6 0 0 0 0,3 0 0 0 0,3 0 0 0 0,2 0 0 0 0,2 0 0 0 0,3 0 0 0 0,2-1 0 0 0,1-1 0 0 0,1-2 0 0 0,-1 1 0 0 0,-3 0 0 0 0,-2 1 0 0 0,0 0 0 0 0,-2 2 0 0 0,-1-1 0 0 0,0 1 0 0 0,2 0 0 0 0,-2 0 0 0 0,-2 1 0 0 0,-1-1 0 0 0,-1 0 0 0 0,-2 0 0 0 0,-2 0 0 0 0,-2 0 0 0 0,-3 0 0 0 0,-2 0 0 0 0,0 0 0 0 0,1 0 0 0 0,0 0 0 0 0,0 0 0 0 0,1 0 0 0 0,2 0 0 0 0,3 0 0 0 0,3 0 0 0 0,0 0 0 0 0,2 0 0 0 0,3 0 0 0 0,3 0 0 0 0,-1 0 0 0 0,-1 0 0 0 0,-2 0 0 0 0,-3 0 0 0 0,-2 0 0 0 0,-4 0 0 0 0,-2 0 0 0 0,0 0 0 0 0,0 0 0 0 0,0 0 0 0 0,0 0 0 0 0,0 1 0 0 0,1 0 0 0 0,0 1 0 0 0,0-1 0 0 0,-1 0 0 0 0,-2 0 0 0 0,-2-1 0 0 0,-2 0 0 0 0,-3 1 0 0 0,-2-1 0 0 0,-4-1 0 0 0,-1 1 0 0 0,-2 0 0 0 0,1 0 0 0 0,1 0 0 0 0,2 0 0 0 0,6 0 0 0 0,2 0 0 0 0,2 1 0 0 0,2 1 0 0 0,-1 0 0 0 0,-1 1 0 0 0,-2 0 0 0 0,-6-1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13447 12087 16383 0 0,'1'0'0'0'0,"2"0"0"0"0,4 2 0 0 0,4 2 0 0 0,4 4 0 0 0,2 2 0 0 0,3 2 0 0 0,1 0 0 0 0,-1 1 0 0 0,-1-1 0 0 0,0 1 0 0 0,-1-1 0 0 0,0 1 0 0 0,-2 0 0 0 0,-1 0 0 0 0,0 2 0 0 0,-2-2 0 0 0,0 1 0 0 0,-1-2 0 0 0,-1 1 0 0 0,-1-1 0 0 0,-1-1 0 0 0,0-2 0 0 0,-2-1 0 0 0,0-2 0 0 0,-1 0 0 0 0,-1-1 0 0 0,0 0 0 0 0,-2 2 0 0 0,-1 2 0 0 0,0 1 0 0 0,-2 1 0 0 0,0 0 0 0 0,0 1 0 0 0,0 2 0 0 0,-1 3 0 0 0,1 1 0 0 0,-2 2 0 0 0,-2 1 0 0 0,-3-1 0 0 0,-2 0 0 0 0,-2-3 0 0 0,-2-1 0 0 0,-1-1 0 0 0,-3-1 0 0 0,1-1 0 0 0,-1 0 0 0 0,2-1 0 0 0,2-1 0 0 0,2-4 0 0 0,2-2 0 0 0,2-2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11439 13491 16383 0 0,'1'0'0'0'0,"1"0"0"0"0,4 0 0 0 0,7 0 0 0 0,10 0 0 0 0,9 0 0 0 0,9 0 0 0 0,10 0 0 0 0,11 0 0 0 0,7 0 0 0 0,0 0 0 0 0,-3 0 0 0 0,0 0 0 0 0,0 0 0 0 0,-3 0 0 0 0,-3 0 0 0 0,-2 0 0 0 0,-4 0 0 0 0,-4 0 0 0 0,-4 1 0 0 0,-2 1 0 0 0,-5 0 0 0 0,-5 2 0 0 0,-2 0 0 0 0,-4 0 0 0 0,-2 0 0 0 0,-2 0 0 0 0,-1-1 0 0 0,0 0 0 0 0,0 0 0 0 0,1 0 0 0 0,1 0 0 0 0,2-1 0 0 0,1-1 0 0 0,1 0 0 0 0,0 0 0 0 0,-2-1 0 0 0,1 0 0 0 0,0 0 0 0 0,3 0 0 0 0,0 0 0 0 0,1 0 0 0 0,0 0 0 0 0,0 0 0 0 0,1 0 0 0 0,3 0 0 0 0,2 0 0 0 0,2 0 0 0 0,-2 0 0 0 0,-2-1 0 0 0,-3 0 0 0 0,-4-2 0 0 0,-1-2 0 0 0,-4 0 0 0 0,-2-1 0 0 0,-3 0 0 0 0,-1 2 0 0 0,-2 0 0 0 0,1 0 0 0 0,4 1 0 0 0,2-1 0 0 0,3 1 0 0 0,-1 1 0 0 0,1 0 0 0 0,0 0 0 0 0,1-1 0 0 0,-2 2 0 0 0,-3 0 0 0 0,-3-1 0 0 0,-4 1 0 0 0,-3-1 0 0 0,-4 0 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13512 13251 16383 0 0,'0'0'0'0'0,"0"0"0"0"0,1 0 0 0 0,4 0 0 0 0,5 1 0 0 0,4 2 0 0 0,3 3 0 0 0,3 2 0 0 0,-1 3 0 0 0,-1 1 0 0 0,-1 0 0 0 0,0 1 0 0 0,0 1 0 0 0,-1-1 0 0 0,0 1 0 0 0,-2-2 0 0 0,-1 0 0 0 0,0-1 0 0 0,-1 0 0 0 0,0 0 0 0 0,-1-1 0 0 0,-2 0 0 0 0,-1-2 0 0 0,-2-1 0 0 0,-2-1 0 0 0,-1-1 0 0 0,-1 1 0 0 0,-1-1 0 0 0,-1 1 0 0 0,0 0 0 0 0,-1 2 0 0 0,-3 1 0 0 0,-5 5 0 0 0,-8 5 0 0 0,-7 7 0 0 0,-7 4 0 0 0,-4 1 0 0 0,0 0 0 0 0,3-3 0 0 0,5-5 0 0 0,6-4 0 0 0,5-3 0 0 0,5-5 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11375 14541 16383 0 0,'0'0'0'0'0,"2"0"0"0"0,3 0 0 0 0,6 0 0 0 0,9 0 0 0 0,12 0 0 0 0,16 0 0 0 0,15 0 0 0 0,13-1 0 0 0,5-1 0 0 0,2-2 0 0 0,-2-3 0 0 0,0-1 0 0 0,-1-1 0 0 0,-2 0 0 0 0,-3 1 0 0 0,-11 2 0 0 0,-10 1 0 0 0,-6 2 0 0 0,-4 1 0 0 0,0 1 0 0 0,0 1 0 0 0,-1 1 0 0 0,-1-1 0 0 0,-2 0 0 0 0,-1 0 0 0 0,-2 1 0 0 0,-2-2 0 0 0,-3 0 0 0 0,-4-1 0 0 0,-1-1 0 0 0,1 0 0 0 0,2 0 0 0 0,0 0 0 0 0,-1 0 0 0 0,0 1 0 0 0,1 1 0 0 0,3 0 0 0 0,3 0 0 0 0,1 0 0 0 0,-1-1 0 0 0,-3 1 0 0 0,-3-1 0 0 0,-2-1 0 0 0,-1 1 0 0 0,0 1 0 0 0,-1 0 0 0 0,-1 0 0 0 0,0 1 0 0 0,3-1 0 0 0,3 2 0 0 0,3-1 0 0 0,2-1 0 0 0,-1-1 0 0 0,-1 1 0 0 0,-2-1 0 0 0,-3 1 0 0 0,-2 0 0 0 0,-3 0 0 0 0,-2 1 0 0 0,-2 0 0 0 0,-2 0 0 0 0,-2 0 0 0 0,-1 0 0 0 0,-2 0 0 0 0,-2 0 0 0 0,0 0 0 0 0,-1 0 0 0 0,-1 0 0 0 0,-1 0 0 0 0,-2 0 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13541 14161 16383 0 0,'1'0'0'0'0,"3"0"0"0"0,3 0 0 0 0,4 0 0 0 0,3 4 0 0 0,3 1 0 0 0,1 2 0 0 0,0 2 0 0 0,1-1 0 0 0,0 1 0 0 0,2 0 0 0 0,1 1 0 0 0,1 1 0 0 0,0 0 0 0 0,-1 0 0 0 0,0 1 0 0 0,0 0 0 0 0,-1 0 0 0 0,-2 0 0 0 0,-1-1 0 0 0,-1 1 0 0 0,-1 0 0 0 0,-2 0 0 0 0,-3-1 0 0 0,-2 1 0 0 0,-3-1 0 0 0,-2 0 0 0 0,-2 1 0 0 0,-1-1 0 0 0,-1 1 0 0 0,0 0 0 0 0,-3 1 0 0 0,-1 2 0 0 0,-4 4 0 0 0,-4 3 0 0 0,-4 1 0 0 0,-2 0 0 0 0,-4 1 0 0 0,-4-1 0 0 0,-3 0 0 0 0,-3-1 0 0 0,2-2 0 0 0,3-3 0 0 0,5-4 0 0 0,6-4 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18753 5176 16383 0 0,'0'0'0'0'0,"-1"3"0"0"0,-1 2 0 0 0,-2 3 0 0 0,-2 1 0 0 0,-2 2 0 0 0,-2 1 0 0 0,-1 0 0 0 0,0 0 0 0 0,0 0 0 0 0,1-2 0 0 0,2-1 0 0 0,2-1 0 0 0,1 1 0 0 0,1-1 0 0 0,0-1 0 0 0,0 1 0 0 0,0-1 0 0 0,-1 1 0 0 0,-2 0 0 0 0,0 0 0 0 0,-1 0 0 0 0,-2 2 0 0 0,0-1 0 0 0,0 1 0 0 0,0 0 0 0 0,1 0 0 0 0,0-1 0 0 0,1 0 0 0 0,1 0 0 0 0,1-1 0 0 0,0-2 0 0 0,0 1 0 0 0,0-1 0 0 0,0 0 0 0 0,0 0 0 0 0,0 0 0 0 0,0 1 0 0 0,0-1 0 0 0,1-1 0 0 0,0 0 0 0 0,0 0 0 0 0,0-1 0 0 0,1 0 0 0 0,0 0 0 0 0,0 0 0 0 0,-1 1 0 0 0,-1 1 0 0 0,-2 1 0 0 0,1 0 0 0 0,0-1 0 0 0,1-1 0 0 0,0-1 0 0 0,1-1 0 0 0,0 0 0 0 0,0 0 0 0 0,0 0 0 0 0,1 1 0 0 0,0-1 0 0 0,0 1 0 0 0,0 0 0 0 0,0 1 0 0 0,0 0 0 0 0,-1 0 0 0 0,1-1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13205 12694 16383 0 0,'0'0'0'0'0,"2"0"0"0"0,3 0 0 0 0,5 0 0 0 0,3 3 0 0 0,4 3 0 0 0,3 3 0 0 0,1 2 0 0 0,2 3 0 0 0,-1 0 0 0 0,-2 1 0 0 0,-1-1 0 0 0,0 0 0 0 0,-1-1 0 0 0,1 0 0 0 0,-1 0 0 0 0,0 1 0 0 0,-2-1 0 0 0,0 1 0 0 0,-2-1 0 0 0,-1 0 0 0 0,0 1 0 0 0,-2 1 0 0 0,-1 1 0 0 0,-2 2 0 0 0,0 1 0 0 0,-2 3 0 0 0,-1 3 0 0 0,-2 5 0 0 0,-1 3 0 0 0,-1 2 0 0 0,0 2 0 0 0,-1 2 0 0 0,-1 1 0 0 0,0 2 0 0 0,-3-1 0 0 0,-1-2 0 0 0,-4-4 0 0 0,-2-4 0 0 0,-1-3 0 0 0,-2-2 0 0 0,-2 1 0 0 0,-2 0 0 0 0,-1 2 0 0 0,0 0 0 0 0,0 0 0 0 0,2-2 0 0 0,1-3 0 0 0,2-2 0 0 0,1-3 0 0 0,-1-2 0 0 0,-1-2 0 0 0,0 0 0 0 0,-2-1 0 0 0,-1-1 0 0 0,-1 1 0 0 0,-2 0 0 0 0,-3 0 0 0 0,-1 0 0 0 0,-2-1 0 0 0,0-4 0 0 0,0-3 0 0 0,0-3 0 0 0,0-1 0 0 0,-1-3 0 0 0,0-4 0 0 0,-1-4 0 0 0,2-2 0 0 0,1-4 0 0 0,2-1 0 0 0,2-2 0 0 0,1-1 0 0 0,2 0 0 0 0,1-2 0 0 0,0 0 0 0 0,0-2 0 0 0,0-2 0 0 0,-1-1 0 0 0,0-1 0 0 0,0-1 0 0 0,1 0 0 0 0,1 2 0 0 0,1 0 0 0 0,2-1 0 0 0,0-2 0 0 0,2-1 0 0 0,2-2 0 0 0,0-1 0 0 0,2-1 0 0 0,2 2 0 0 0,2 0 0 0 0,2-1 0 0 0,1 3 0 0 0,1 1 0 0 0,0 5 0 0 0,1 2 0 0 0,0 3 0 0 0,3 1 0 0 0,2 1 0 0 0,3-1 0 0 0,1 1 0 0 0,1 2 0 0 0,1 2 0 0 0,0 1 0 0 0,1 2 0 0 0,1 0 0 0 0,1-1 0 0 0,0 1 0 0 0,0-1 0 0 0,0 2 0 0 0,-1 1 0 0 0,-1 0 0 0 0,-1 2 0 0 0,-2 2 0 0 0,1 0 0 0 0,-1 0 0 0 0,2-1 0 0 0,1 0 0 0 0,2-2 0 0 0,1-1 0 0 0,1-1 0 0 0,0-2 0 0 0,-2 0 0 0 0,0-1 0 0 0,1 1 0 0 0,1 0 0 0 0,0 1 0 0 0,0 2 0 0 0,0 1 0 0 0,-2 1 0 0 0,0 2 0 0 0,-2 1 0 0 0,-2 0 0 0 0,0 1 0 0 0,-2 0 0 0 0,-1-1 0 0 0,-1 1 0 0 0,0-1 0 0 0,-1 1 0 0 0,0 0 0 0 0,1-1 0 0 0,0 1 0 0 0,1 0 0 0 0,0-1 0 0 0,1 1 0 0 0,1-1 0 0 0,-1 1 0 0 0,0-1 0 0 0,-2 0 0 0 0,-1 1 0 0 0,0 1 0 0 0,-1 0 0 0 0,-1 0 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13234 12718 16383 0 0,'0'0'0'0'0,"0"-4"0"0"0,0-8 0 0 0,0-8 0 0 0,0-7 0 0 0,0-3 0 0 0,0-4 0 0 0,0-2 0 0 0,0-4 0 0 0,0-7 0 0 0,0-8 0 0 0,2-7 0 0 0,0-5 0 0 0,0-4 0 0 0,-1-4 0 0 0,0-3 0 0 0,1-2 0 0 0,1-1 0 0 0,2-1 0 0 0,0 1 0 0 0,1 0 0 0 0,-1 2 0 0 0,-1 2 0 0 0,-1 4 0 0 0,0 3 0 0 0,1 3 0 0 0,1-1 0 0 0,1-3 0 0 0,2 0 0 0 0,0 0 0 0 0,0-1 0 0 0,-1-3 0 0 0,-3-5 0 0 0,-1-8 0 0 0,-1-6 0 0 0,-1-7 0 0 0,-1-3 0 0 0,0 1 0 0 0,-1 0 0 0 0,1 1 0 0 0,0 3 0 0 0,-1 3 0 0 0,1 5 0 0 0,0 8 0 0 0,0 9 0 0 0,0 8 0 0 0,0 9 0 0 0,0 9 0 0 0,0 6 0 0 0,0 5 0 0 0,0 3 0 0 0,0 0 0 0 0,0 1 0 0 0,0 1 0 0 0,0 1 0 0 0,0 3 0 0 0,0 1 0 0 0,0 1 0 0 0,0 0 0 0 0,0-4 0 0 0,-1-3 0 0 0,-2 0 0 0 0,-1 0 0 0 0,0 1 0 0 0,-2 2 0 0 0,-1 2 0 0 0,1 2 0 0 0,0 2 0 0 0,1 3 0 0 0,0 1 0 0 0,1 1 0 0 0,1-2 0 0 0,1 0 0 0 0,0-1 0 0 0,-1 0 0 0 0,-1 1 0 0 0,1 1 0 0 0,-1 2 0 0 0,1 5 0 0 0,-1 2 0 0 0,1 3 0 0 0,-1 2 0 0 0,-1 3 0 0 0,0 1 0 0 0,0 1 0 0 0,0 2 0 0 0,-1-1 0 0 0,-1 0 0 0 0,-1 0 0 0 0,-1-1 0 0 0,-1 0 0 0 0,0 0 0 0 0,0 0 0 0 0,1 0 0 0 0,0-1 0 0 0,1-1 0 0 0,-3-1 0 0 0,-1-1 0 0 0,-1-2 0 0 0,-2-1 0 0 0,0 0 0 0 0,0 1 0 0 0,-1-1 0 0 0,1 1 0 0 0,0 0 0 0 0,-2-1 0 0 0,0 0 0 0 0,0-1 0 0 0,0 0 0 0 0,1-1 0 0 0,0-1 0 0 0,1 1 0 0 0,-1-2 0 0 0,0 0 0 0 0,0-3 0 0 0,1 0 0 0 0,0-1 0 0 0,1-2 0 0 0,0 0 0 0 0,1-1 0 0 0,1 0 0 0 0,-1 0 0 0 0,1 1 0 0 0,0 1 0 0 0,0 0 0 0 0,1-1 0 0 0,-1 0 0 0 0,2 0 0 0 0,0 0 0 0 0,0 0 0 0 0,2 1 0 0 0,2 0 0 0 0,0 0 0 0 0,3 0 0 0 0,0-1 0 0 0,1 0 0 0 0,0 1 0 0 0,1-2 0 0 0,0-1 0 0 0,0 1 0 0 0,1 0 0 0 0,0 0 0 0 0,0 1 0 0 0,0-3 0 0 0,0 0 0 0 0,0-1 0 0 0,0 0 0 0 0,0 1 0 0 0,0 2 0 0 0,0-1 0 0 0,0 2 0 0 0,0-1 0 0 0,0-1 0 0 0,0 0 0 0 0,0-1 0 0 0,0 1 0 0 0,0 0 0 0 0,1-1 0 0 0,0-3 0 0 0,1-1 0 0 0,2 0 0 0 0,-1 1 0 0 0,2 1 0 0 0,0 3 0 0 0,0 2 0 0 0,2 3 0 0 0,2 3 0 0 0,2 0 0 0 0,1 2 0 0 0,2 2 0 0 0,2 0 0 0 0,2 1 0 0 0,3 1 0 0 0,1 0 0 0 0,3 2 0 0 0,1-1 0 0 0,3 2 0 0 0,4 1 0 0 0,0 0 0 0 0,2 0 0 0 0,0-1 0 0 0,-1 0 0 0 0,-3 1 0 0 0,-2-1 0 0 0,-4 2 0 0 0,-3 0 0 0 0,-1 1 0 0 0,-1-1 0 0 0,1 1 0 0 0,0 0 0 0 0,1 1 0 0 0,0-1 0 0 0,1 0 0 0 0,4 0 0 0 0,2 0 0 0 0,-1 0 0 0 0,-2 1 0 0 0,-3 1 0 0 0,-3 3 0 0 0,-2 2 0 0 0,-1 3 0 0 0,0 2 0 0 0,-2 2 0 0 0,0 3 0 0 0,-1 3 0 0 0,-1 3 0 0 0,0 3 0 0 0,0 3 0 0 0,-1 0 0 0 0,0 1 0 0 0,1 1 0 0 0,-2 1 0 0 0,0 0 0 0 0,0 0 0 0 0,-3-4 0 0 0,-1-2 0 0 0,-1-3 0 0 0,-2-3 0 0 0,-2-3 0 0 0,-1-1 0 0 0,0 1 0 0 0,-1 1 0 0 0,0 2 0 0 0,-1 2 0 0 0,1 2 0 0 0,0 2 0 0 0,0 3 0 0 0,-1 2 0 0 0,1 1 0 0 0,0 1 0 0 0,0-1 0 0 0,-1-2 0 0 0,-3-3 0 0 0,-2-3 0 0 0,-2-3 0 0 0,-3 0 0 0 0,-2 0 0 0 0,-2 0 0 0 0,-2-1 0 0 0,-2 0 0 0 0,0-3 0 0 0,-1-1 0 0 0,0-1 0 0 0,0-1 0 0 0,-1-1 0 0 0,2-2 0 0 0,2-1 0 0 0,1-3 0 0 0,0-2 0 0 0,2 0 0 0 0,2-2 0 0 0,1-1 0 0 0,1 0 0 0 0,1 1 0 0 0,0 0 0 0 0,2-1 0 0 0,-2 1 0 0 0,0 0 0 0 0,0 0 0 0 0,0 0 0 0 0,1-1 0 0 0,1 0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13605 12921 16383 0 0,'0'0'0'0'0,"2"0"0"0"0,2 0 0 0 0,4 0 0 0 0,7 0 0 0 0,4 0 0 0 0,3-2 0 0 0,3-1 0 0 0,0-1 0 0 0,1-2 0 0 0,-1-3 0 0 0,0 0 0 0 0,-2-2 0 0 0,-1-1 0 0 0,0-1 0 0 0,-2 0 0 0 0,-2 0 0 0 0,0 2 0 0 0,-2 1 0 0 0,1 1 0 0 0,-2 1 0 0 0,0 0 0 0 0,-1 1 0 0 0,0 1 0 0 0,0-1 0 0 0,3-1 0 0 0,1-1 0 0 0,3-1 0 0 0,0-2 0 0 0,1-1 0 0 0,-1 0 0 0 0,1 0 0 0 0,1-2 0 0 0,2 0 0 0 0,1-1 0 0 0,2 1 0 0 0,2-1 0 0 0,0 1 0 0 0,0-1 0 0 0,1 1 0 0 0,0-1 0 0 0,2-2 0 0 0,3-3 0 0 0,6-3 0 0 0,3-4 0 0 0,3-2 0 0 0,-2 1 0 0 0,-4 3 0 0 0,-4 1 0 0 0,-2 1 0 0 0,-1 1 0 0 0,-3 1 0 0 0,-3 4 0 0 0,-4 1 0 0 0,-2 2 0 0 0,-1-1 0 0 0,5-2 0 0 0,2-4 0 0 0,3-1 0 0 0,2-1 0 0 0,4-1 0 0 0,1 0 0 0 0,1-1 0 0 0,0 1 0 0 0,-2 1 0 0 0,-3 2 0 0 0,-2 2 0 0 0,-2 3 0 0 0,-1-1 0 0 0,-1 1 0 0 0,0 0 0 0 0,-1-1 0 0 0,-2 3 0 0 0,-2 1 0 0 0,-3 1 0 0 0,-3 3 0 0 0,-1 0 0 0 0,-1 1 0 0 0,0-1 0 0 0,-1 0 0 0 0,0 0 0 0 0,1 0 0 0 0,1 0 0 0 0,0 0 0 0 0,1-1 0 0 0,0 1 0 0 0,1 0 0 0 0,-2 0 0 0 0,-1 2 0 0 0,0 0 0 0 0,0 0 0 0 0,0 1 0 0 0,0 1 0 0 0,0-2 0 0 0,1 0 0 0 0,0 1 0 0 0,-1 0 0 0 0,-2 1 0 0 0,-2 1 0 0 0,-3 1 0 0 0,-3 1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15975 11604 16383 0 0,'0'0'0'0'0,"0"-2"0"0"0,0-2 0 0 0,0-3 0 0 0,0-3 0 0 0,0-5 0 0 0,0-6 0 0 0,0-4 0 0 0,0-1 0 0 0,0-1 0 0 0,0 1 0 0 0,0-1 0 0 0,0-1 0 0 0,0 1 0 0 0,0-1 0 0 0,0 0 0 0 0,0 0 0 0 0,0 0 0 0 0,0 1 0 0 0,0-1 0 0 0,0-1 0 0 0,0-3 0 0 0,0-2 0 0 0,0 0 0 0 0,0 0 0 0 0,2 0 0 0 0,2-1 0 0 0,4 1 0 0 0,1 3 0 0 0,3 2 0 0 0,0 3 0 0 0,1 1 0 0 0,1 2 0 0 0,-1 1 0 0 0,1 0 0 0 0,0 1 0 0 0,-1-1 0 0 0,1-1 0 0 0,1-1 0 0 0,2 0 0 0 0,2 1 0 0 0,0 2 0 0 0,0 3 0 0 0,2 1 0 0 0,2 1 0 0 0,2 0 0 0 0,1 1 0 0 0,0-1 0 0 0,-2 2 0 0 0,0 1 0 0 0,-2 1 0 0 0,0 2 0 0 0,1 1 0 0 0,3 0 0 0 0,3 2 0 0 0,4 2 0 0 0,3 1 0 0 0,5 2 0 0 0,2 1 0 0 0,5 1 0 0 0,3 0 0 0 0,1 1 0 0 0,2 4 0 0 0,0 1 0 0 0,-1 3 0 0 0,-2 3 0 0 0,-6 0 0 0 0,-5 1 0 0 0,-7 1 0 0 0,-5-1 0 0 0,-4 1 0 0 0,-2 1 0 0 0,-1 1 0 0 0,-2 3 0 0 0,-1 3 0 0 0,1 6 0 0 0,-1 4 0 0 0,-1 5 0 0 0,0 5 0 0 0,-3 3 0 0 0,-4 3 0 0 0,-3 2 0 0 0,-3 1 0 0 0,-2 4 0 0 0,-3 0 0 0 0,-2 0 0 0 0,-3-2 0 0 0,-4-2 0 0 0,-3-4 0 0 0,-4-2 0 0 0,-4-3 0 0 0,-2-2 0 0 0,-1-2 0 0 0,-2-3 0 0 0,-1-2 0 0 0,-1-1 0 0 0,-2 0 0 0 0,-2 0 0 0 0,-2 2 0 0 0,-5 0 0 0 0,-4 1 0 0 0,-5 4 0 0 0,-2 0 0 0 0,1-1 0 0 0,1-2 0 0 0,2-5 0 0 0,3-5 0 0 0,0-7 0 0 0,-1-6 0 0 0,-3-5 0 0 0,-1-5 0 0 0,-2-2 0 0 0,-1-3 0 0 0,-1-4 0 0 0,3-4 0 0 0,2-4 0 0 0,6-5 0 0 0,5-1 0 0 0,6-1 0 0 0,4 0 0 0 0,5 1 0 0 0,3 1 0 0 0,4 1 0 0 0,1 1 0 0 0,1 1 0 0 0,2-1 0 0 0,-1 1 0 0 0,1 1 0 0 0,1 2 0 0 0,0 1 0 0 0,2 2 0 0 0,1 1 0 0 0,1 1 0 0 0,2 0 0 0 0,1 1 0 0 0,1 0 0 0 0,0 1 0 0 0,1 0 0 0 0,-2-2 0 0 0,1 0 0 0 0,0-8 0 0 0,0-1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5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16490 11911 16383 0 0,'0'0'0'0'0,"0"3"0"0"0,0 6 0 0 0,0 9 0 0 0,0 11 0 0 0,0 9 0 0 0,0 7 0 0 0,0 5 0 0 0,0 2 0 0 0,0-1 0 0 0,0-3 0 0 0,0-3 0 0 0,0-3 0 0 0,0-1 0 0 0,0-2 0 0 0,0-4 0 0 0,0-4 0 0 0,0-5 0 0 0,0-5 0 0 0,0-4 0 0 0,0-2 0 0 0,0-1 0 0 0,0-1 0 0 0,0 2 0 0 0,0 0 0 0 0,2 0 0 0 0,0 0 0 0 0,1 0 0 0 0,-1 0 0 0 0,1-2 0 0 0,-1-2 0 0 0,0-2 0 0 0,-1-1 0 0 0,-2-2 0 0 0,-4-2 0 0 0,-7-2 0 0 0,-7 0 0 0 0,-6 3 0 0 0,0 1 0 0 0,1 1 0 0 0,-1 2 0 0 0,-1 1 0 0 0,-2 1 0 0 0,0 1 0 0 0,0 1 0 0 0,2 0 0 0 0,3 0 0 0 0,3 1 0 0 0,3 0 0 0 0,3-1 0 0 0,2 2 0 0 0,0 3 0 0 0,2 5 0 0 0,-2 4 0 0 0,0 5 0 0 0,2 1 0 0 0,1 1 0 0 0,1-1 0 0 0,2 1 0 0 0,1 2 0 0 0,1-1 0 0 0,2-1 0 0 0,1 3 0 0 0,0 5 0 0 0,1 4 0 0 0,0 3 0 0 0,0 4 0 0 0,1 0 0 0 0,-1 0 0 0 0,1-4 0 0 0,2-4 0 0 0,2-5 0 0 0,4-2 0 0 0,3-3 0 0 0,3-4 0 0 0,1-2 0 0 0,2-3 0 0 0,1-2 0 0 0,1-1 0 0 0,1-3 0 0 0,1-1 0 0 0,1-3 0 0 0,4 0 0 0 0,3-1 0 0 0,0-1 0 0 0,-1-3 0 0 0,1-2 0 0 0,0-2 0 0 0,2-3 0 0 0,0-1 0 0 0,0-1 0 0 0,0-1 0 0 0,0-1 0 0 0,0 0 0 0 0,2 0 0 0 0,1-1 0 0 0,1-2 0 0 0,1-4 0 0 0,1-3 0 0 0,-1-5 0 0 0,-2-2 0 0 0,-2-3 0 0 0,-2-3 0 0 0,-2-1 0 0 0,-4-1 0 0 0,-3 0 0 0 0,-3 1 0 0 0,-3 0 0 0 0,-2-3 0 0 0,-1 0 0 0 0,-1 0 0 0 0,-1-2 0 0 0,0-3 0 0 0,-1-5 0 0 0,-2-2 0 0 0,-1-1 0 0 0,-3-1 0 0 0,-1-1 0 0 0,-2 0 0 0 0,-1-2 0 0 0,0-1 0 0 0,-2 2 0 0 0,-3 2 0 0 0,-4 3 0 0 0,-4 5 0 0 0,-4 2 0 0 0,-2 4 0 0 0,-1 3 0 0 0,-2 2 0 0 0,-1 1 0 0 0,1 2 0 0 0,0 1 0 0 0,1 0 0 0 0,-2 1 0 0 0,-1-2 0 0 0,-2 1 0 0 0,0-1 0 0 0,-1 2 0 0 0,1 1 0 0 0,2 2 0 0 0,1 2 0 0 0,3 1 0 0 0,0 2 0 0 0,1-1 0 0 0,1 0 0 0 0,1 1 0 0 0,0 0 0 0 0,1-1 0 0 0,1 0 0 0 0,1 1 0 0 0,2-1 0 0 0,0 1 0 0 0,1-1 0 0 0,2 2 0 0 0,0 0 0 0 0,3 3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17315 10639 16383 0 0,'2'0'0'0'0,"5"0"0"0"0,12-2 0 0 0,21-6 0 0 0,23-11 0 0 0,18-12 0 0 0,19-14 0 0 0,30-22 0 0 0,34-25 0 0 0,25-18 0 0 0,7-6 0 0 0,-8 2 0 0 0,-14 8 0 0 0,-19 13 0 0 0,-21 16 0 0 0,-21 14 0 0 0,-19 13 0 0 0,-18 10 0 0 0,-15 10 0 0 0,-11 4 0 0 0,-8 0 0 0 0,-2-5 0 0 0,0-9 0 0 0,4-11 0 0 0,6-12 0 0 0,9-11 0 0 0,8-4 0 0 0,2 1 0 0 0,-1 7 0 0 0,-6 11 0 0 0,-7 10 0 0 0,-9 9 0 0 0,-6 6 0 0 0,-5 4 0 0 0,-4 3 0 0 0,-3 1 0 0 0,-4 3 0 0 0,-3 4 0 0 0,-6 3 0 0 0,-3 5 0 0 0,-4 2 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20215 8690 16383 0 0,'0'-1'0'0'0,"0"-3"0"0"0,0-6 0 0 0,-3-9 0 0 0,-2-11 0 0 0,-3-6 0 0 0,-1-2 0 0 0,0-1 0 0 0,0 0 0 0 0,0-4 0 0 0,0-6 0 0 0,2-6 0 0 0,2-1 0 0 0,1 1 0 0 0,1 5 0 0 0,1 5 0 0 0,1 5 0 0 0,0 3 0 0 0,1 0 0 0 0,1-2 0 0 0,-1-3 0 0 0,0 0 0 0 0,0 1 0 0 0,1 3 0 0 0,1 2 0 0 0,2 3 0 0 0,3 2 0 0 0,2 1 0 0 0,2 3 0 0 0,2 2 0 0 0,3 2 0 0 0,1 3 0 0 0,4 2 0 0 0,3 0 0 0 0,2 1 0 0 0,2 1 0 0 0,-1 1 0 0 0,1 0 0 0 0,0 0 0 0 0,3-1 0 0 0,3-1 0 0 0,2-2 0 0 0,0 0 0 0 0,-3 2 0 0 0,-1 2 0 0 0,-3 2 0 0 0,0 1 0 0 0,-1 2 0 0 0,1 0 0 0 0,3 1 0 0 0,1 1 0 0 0,2 1 0 0 0,3 1 0 0 0,2 2 0 0 0,4 1 0 0 0,0 2 0 0 0,0 0 0 0 0,-2 2 0 0 0,-5 1 0 0 0,-3 3 0 0 0,-1 6 0 0 0,-2 4 0 0 0,-2 5 0 0 0,-2 1 0 0 0,-5 2 0 0 0,-3 0 0 0 0,-3-1 0 0 0,-4 2 0 0 0,-1 5 0 0 0,-3 7 0 0 0,-3 7 0 0 0,-1 5 0 0 0,-2 7 0 0 0,-2 5 0 0 0,0 5 0 0 0,-3 1 0 0 0,-6 4 0 0 0,-5 1 0 0 0,-4-1 0 0 0,-7 1 0 0 0,-4-1 0 0 0,-4-2 0 0 0,-1-6 0 0 0,1-7 0 0 0,-1-9 0 0 0,1-7 0 0 0,1-7 0 0 0,1-6 0 0 0,0-3 0 0 0,2-3 0 0 0,0-4 0 0 0,0-1 0 0 0,1 0 0 0 0,1-2 0 0 0,1-2 0 0 0,1-2 0 0 0,-1-1 0 0 0,0-2 0 0 0,0-2 0 0 0,0-2 0 0 0,0-1 0 0 0,2-1 0 0 0,3 0 0 0 0,2 0 0 0 0,2-1 0 0 0,2 1 0 0 0,2 0 0 0 0,-1 0 0 0 0,1-1 0 0 0,1 1 0 0 0,0-2 0 0 0,1 0 0 0 0,-1-1 0 0 0,-1 0 0 0 0,-2-1 0 0 0,1 1 0 0 0,0-1 0 0 0,0 1 0 0 0,1 1 0 0 0,1 1 0 0 0,-2-1 0 0 0,-1 1 0 0 0,0-1 0 0 0,0 0 0 0 0,1-1 0 0 0,1 1 0 0 0,2 0 0 0 0,1-1 0 0 0,2 1 0 0 0,0 0 0 0 0,1 1 0 0 0,1 0 0 0 0,0 1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20655 8593 16383 0 0,'0'1'0'0'0,"0"2"0"0"0,0 5 0 0 0,0 7 0 0 0,0 9 0 0 0,0 8 0 0 0,0 7 0 0 0,0 4 0 0 0,0 4 0 0 0,0 4 0 0 0,0 2 0 0 0,0 4 0 0 0,2 7 0 0 0,1 6 0 0 0,4 6 0 0 0,3 11 0 0 0,5 5 0 0 0,1-1 0 0 0,0-8 0 0 0,-3-10 0 0 0,-2-10 0 0 0,-3-8 0 0 0,-2-6 0 0 0,-3-6 0 0 0,-1-3 0 0 0,-2-1 0 0 0,0-2 0 0 0,-1 1 0 0 0,1 2 0 0 0,-1 6 0 0 0,1 6 0 0 0,0 7 0 0 0,0 5 0 0 0,-1 5 0 0 0,-2 2 0 0 0,-3-2 0 0 0,-1-3 0 0 0,-2-3 0 0 0,-2-2 0 0 0,0-3 0 0 0,-1 0 0 0 0,1 1 0 0 0,0 2 0 0 0,1-2 0 0 0,1 0 0 0 0,2-1 0 0 0,0-3 0 0 0,0-3 0 0 0,1-2 0 0 0,0-2 0 0 0,-1-2 0 0 0,0-2 0 0 0,-1 1 0 0 0,1-1 0 0 0,1-1 0 0 0,-1 0 0 0 0,1-1 0 0 0,1 0 0 0 0,0 0 0 0 0,2 1 0 0 0,1 3 0 0 0,1 1 0 0 0,0-1 0 0 0,1-4 0 0 0,0-4 0 0 0,0-3 0 0 0,1-5 0 0 0,-1 0 0 0 0,0-1 0 0 0,0 0 0 0 0,0-1 0 0 0,0-2 0 0 0,0 1 0 0 0,0-1 0 0 0,0-1 0 0 0,0-1 0 0 0,1-3 0 0 0,0-1 0 0 0,1-4 0 0 0,1 0 0 0 0,0-1 0 0 0,0-2 0 0 0,0-1 0 0 0,-1-1 0 0 0,-1 0 0 0 0,0-3 0 0 0,-1 0 0 0 0,-2-3 0 0 0,-5-1 0 0 0,-4-2 0 0 0,-4-1 0 0 0,-5-1 0 0 0,-5 1 0 0 0,-5 3 0 0 0,-3 3 0 0 0,-1 2 0 0 0,0 3 0 0 0,2 1 0 0 0,2 1 0 0 0,2 1 0 0 0,3 0 0 0 0,3 0 0 0 0,3 0 0 0 0,3 0 0 0 0,2 1 0 0 0,1 4 0 0 0,0 3 0 0 0,2 2 0 0 0,1 1 0 0 0,2 1 0 0 0,1 0 0 0 0,3 2 0 0 0,2 4 0 0 0,1 2 0 0 0,1 0 0 0 0,0-1 0 0 0,1-1 0 0 0,-1-1 0 0 0,0-1 0 0 0,1 2 0 0 0,0 0 0 0 0,1-1 0 0 0,1-1 0 0 0,2-2 0 0 0,1 0 0 0 0,0 0 0 0 0,0 1 0 0 0,-1-3 0 0 0,0-1 0 0 0,0-1 0 0 0,-1-1 0 0 0,-1 1 0 0 0,0-1 0 0 0,-1-1 0 0 0,0-2 0 0 0,0-2 0 0 0,0 0 0 0 0,2 1 0 0 0,2 3 0 0 0,2 1 0 0 0,2 2 0 0 0,0 1 0 0 0,1 0 0 0 0,1 2 0 0 0,3 1 0 0 0,0 1 0 0 0,1-2 0 0 0,0-3 0 0 0,0-3 0 0 0,0-2 0 0 0,1-2 0 0 0,2-2 0 0 0,2-1 0 0 0,3 1 0 0 0,4 0 0 0 0,5 0 0 0 0,4-1 0 0 0,3 0 0 0 0,2 0 0 0 0,-2-3 0 0 0,-1-3 0 0 0,-1-3 0 0 0,0-3 0 0 0,-2-2 0 0 0,-2-1 0 0 0,-1-2 0 0 0,1 1 0 0 0,2-1 0 0 0,1 0 0 0 0,-1-2 0 0 0,-2-1 0 0 0,-3-3 0 0 0,-2-3 0 0 0,0-3 0 0 0,2-6 0 0 0,2-3 0 0 0,1-4 0 0 0,0 0 0 0 0,-5 0 0 0 0,-4 3 0 0 0,-5-1 0 0 0,-3-2 0 0 0,-3 1 0 0 0,-3 0 0 0 0,-2 0 0 0 0,-1-2 0 0 0,-2 1 0 0 0,-2-1 0 0 0,0-2 0 0 0,-2-2 0 0 0,0-3 0 0 0,-2-1 0 0 0,0 0 0 0 0,0-1 0 0 0,0-1 0 0 0,-1-3 0 0 0,-2-4 0 0 0,-3-6 0 0 0,-4-6 0 0 0,-2-3 0 0 0,-3 0 0 0 0,-3 0 0 0 0,-1 2 0 0 0,-2 5 0 0 0,1 7 0 0 0,1 8 0 0 0,0 6 0 0 0,-1 6 0 0 0,0 3 0 0 0,0 3 0 0 0,0-1 0 0 0,0 2 0 0 0,0 1 0 0 0,-1-1 0 0 0,0 1 0 0 0,-3-1 0 0 0,0-2 0 0 0,-1 1 0 0 0,0-1 0 0 0,1-1 0 0 0,0-1 0 0 0,1 1 0 0 0,2 2 0 0 0,2 2 0 0 0,2 2 0 0 0,3 3 0 0 0,0 3 0 0 0,2 0 0 0 0,-3 2 0 0 0,0-1 0 0 0,-2 2 0 0 0,1 0 0 0 0,1 1 0 0 0,0 2 0 0 0,0 0 0 0 0,1 1 0 0 0,1 0 0 0 0,1 1 0 0 0,0-1 0 0 0,0 0 0 0 0,-2 0 0 0 0,-1 0 0 0 0,1 0 0 0 0,2 0 0 0 0,2 1 0 0 0,2 0 0 0 0,0 1 0 0 0,1 0 0 0 0,0 0 0 0 0,1 0 0 0 0,0 2 0 0 0,0 0 0 0 0,1 2 0 0 0,1 0 0 0 0,0 0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15276 8968 16383 0 0,'0'0'0'0'0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6T03:46:04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18331 12399 16383 0 0,'0'0'0'0'0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17782 14206 16383 0 0,'1'0'0'0'0,"4"-1"0"0"0,6-1 0 0 0,7-2 0 0 0,6-3 0 0 0,3 0 0 0 0,2-2 0 0 0,-2 1 0 0 0,-1 2 0 0 0,-3 1 0 0 0,-4 2 0 0 0,-4 2 0 0 0,-5 2 0 0 0,-4 3 0 0 0,-3 2 0 0 0,-3 3 0 0 0,-1 4 0 0 0,-2 4 0 0 0,-1 3 0 0 0,-2 3 0 0 0,0 3 0 0 0,0-1 0 0 0,0 0 0 0 0,2-3 0 0 0,0-2 0 0 0,1-4 0 0 0,0-3 0 0 0,3-2 0 0 0,2-4 0 0 0,5-4 0 0 0,7-3 0 0 0,8-3 0 0 0,4-2 0 0 0,4-1 0 0 0,0 0 0 0 0,-3 2 0 0 0,-4 2 0 0 0,-6 3 0 0 0,-6 7 0 0 0,-4 11 0 0 0,-5 12 0 0 0,-5 12 0 0 0,-5 9 0 0 0,-5 5 0 0 0,-2 0 0 0 0,-1-7 0 0 0,3-8 0 0 0,3-10 0 0 0,4-10 0 0 0,5-8 0 0 0,5-8 0 0 0,6-6 0 0 0,5-6 0 0 0,7-6 0 0 0,3-3 0 0 0,0 1 0 0 0,-3 4 0 0 0,-4 10 0 0 0,-9 18 0 0 0,-10 23 0 0 0,-11 23 0 0 0,-8 19 0 0 0,-4 9 0 0 0,1-4 0 0 0,3-13 0 0 0,6-18 0 0 0,6-20 0 0 0,10-22 0 0 0,17-24 0 0 0,18-22 0 0 0,20-21 0 0 0,12-10 0 0 0,4-4 0 0 0,0 3 0 0 0,-6 7 0 0 0,-12 12 0 0 0,-14 15 0 0 0,-14 17 0 0 0,-14 19 0 0 0,-14 18 0 0 0,-12 15 0 0 0,-6 8 0 0 0,-3 2 0 0 0,-1-2 0 0 0,3-5 0 0 0,2-6 0 0 0,4-10 0 0 0,7-12 0 0 0,9-16 0 0 0,14-16 0 0 0,15-15 0 0 0,9-8 0 0 0,7-2 0 0 0,3 0 0 0 0,-2 7 0 0 0,-6 7 0 0 0,-8 11 0 0 0,-11 11 0 0 0,-7 14 0 0 0,-10 21 0 0 0,-11 23 0 0 0,-11 21 0 0 0,-10 16 0 0 0,-4 6 0 0 0,1-7 0 0 0,4-14 0 0 0,5-17 0 0 0,6-16 0 0 0,5-17 0 0 0,6-15 0 0 0,6-12 0 0 0,8-9 0 0 0,7-7 0 0 0,6-4 0 0 0,4-1 0 0 0,1 1 0 0 0,-1 3 0 0 0,-4 4 0 0 0,-5 6 0 0 0,-5 5 0 0 0,-6 6 0 0 0,-3 5 0 0 0,-3 5 0 0 0,-1 4 0 0 0,-2 2 0 0 0,1-1 0 0 0,5-5 0 0 0,14-12 0 0 0,18-15 0 0 0,15-15 0 0 0,10-10 0 0 0,1 0 0 0 0,-7 4 0 0 0,-10 10 0 0 0,-14 18 0 0 0,-16 26 0 0 0,-19 28 0 0 0,-19 28 0 0 0,-14 19 0 0 0,-9 8 0 0 0,0-3 0 0 0,5-14 0 0 0,8-18 0 0 0,11-20 0 0 0,10-17 0 0 0,12-17 0 0 0,13-16 0 0 0,13-15 0 0 0,11-11 0 0 0,5-7 0 0 0,3-3 0 0 0,-5 4 0 0 0,-6 7 0 0 0,-9 11 0 0 0,-9 13 0 0 0,-10 18 0 0 0,-9 18 0 0 0,-8 14 0 0 0,-2 5 0 0 0,-1 0 0 0 0,4-7 0 0 0,2-10 0 0 0,6-9 0 0 0,6-9 0 0 0,4-6 0 0 0,4-6 0 0 0,0-2 0 0 0,-1 0 0 0 0,-3 1 0 0 0,-3 1 0 0 0,-2 4 0 0 0,-4 4 0 0 0,-4 4 0 0 0,-1 1 0 0 0,-3 0 0 0 0,-2-4 0 0 0,-1-3 0 0 0,-2-3 0 0 0,-2-4 0 0 0,-2-3 0 0 0,-1-2 0 0 0,2-4 0 0 0,-1-3 0 0 0,1-4 0 0 0,0-4 0 0 0,-1-2 0 0 0,-1-2 0 0 0,-1-1 0 0 0,-2 1 0 0 0,1 1 0 0 0,-1 0 0 0 0,-2 2 0 0 0,-2-1 0 0 0,-2 1 0 0 0,-1-1 0 0 0,1 0 0 0 0,3 1 0 0 0,1 0 0 0 0,3 0 0 0 0,1-1 0 0 0,0-1 0 0 0,0-3 0 0 0,0-2 0 0 0,-2 0 0 0 0,2 1 0 0 0,1 1 0 0 0,2 2 0 0 0,0 1 0 0 0,0-2 0 0 0,-2-4 0 0 0,-1-3 0 0 0,-4-4 0 0 0,-1-2 0 0 0,-1 0 0 0 0,0 1 0 0 0,1 1 0 0 0,-1 0 0 0 0,0 0 0 0 0,-2-1 0 0 0,1-1 0 0 0,1 2 0 0 0,1 3 0 0 0,3 2 0 0 0,1 2 0 0 0,2 1 0 0 0,0-2 0 0 0,-1-1 0 0 0,0 0 0 0 0,0 1 0 0 0,2 2 0 0 0,2 2 0 0 0,1 1 0 0 0,2 1 0 0 0,0 0 0 0 0,2 1 0 0 0,0 1 0 0 0,2 2 0 0 0,3 2 0 0 0,1 2 0 0 0,1-1 0 0 0,1-1 0 0 0,-1-2 0 0 0,0-1 0 0 0,-2-2 0 0 0,-3-3 0 0 0,0-1 0 0 0,-2 0 0 0 0,0-1 0 0 0,0-1 0 0 0,0 0 0 0 0,-1 0 0 0 0,2 1 0 0 0,1 3 0 0 0,1 3 0 0 0,3 4 0 0 0,3 4 0 0 0,2 5 0 0 0,5 3 0 0 0,8 3 0 0 0,9 2 0 0 0,5 4 0 0 0,3 2 0 0 0,-1 2 0 0 0,-4-1 0 0 0,-6 0 0 0 0,-7-3 0 0 0,-8-2 0 0 0,-6-2 0 0 0,-3-1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11032 6817 16383 0 0,'0'0'0'0'0,"2"1"0"0"0,3 2 0 0 0,2 2 0 0 0,5 3 0 0 0,2 3 0 0 0,1 3 0 0 0,1 1 0 0 0,0 1 0 0 0,-1-2 0 0 0,-2-1 0 0 0,-2-2 0 0 0,0-1 0 0 0,-3-1 0 0 0,-2-1 0 0 0,-1 0 0 0 0,-1-1 0 0 0,-1 0 0 0 0,-2 0 0 0 0,0-1 0 0 0,-1 0 0 0 0,0 0 0 0 0,-1 0 0 0 0,1 2 0 0 0,-2 0 0 0 0,-3 1 0 0 0,-1 1 0 0 0,-1 0 0 0 0,-3 0 0 0 0,-1 0 0 0 0,-2 0 0 0 0,-1-1 0 0 0,-2 0 0 0 0,1-1 0 0 0,1-1 0 0 0,2-2 0 0 0,3 0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11575 7385 16383 0 0,'0'0'0'0'0,"1"2"0"0"0,0 1 0 0 0,3 2 0 0 0,1 2 0 0 0,0 1 0 0 0,2 1 0 0 0,-1 1 0 0 0,2 1 0 0 0,0 1 0 0 0,0 0 0 0 0,-1 0 0 0 0,0-1 0 0 0,-2-1 0 0 0,-1-1 0 0 0,0-1 0 0 0,-1-1 0 0 0,-1-1 0 0 0,0 0 0 0 0,-1-1 0 0 0,1 0 0 0 0,-1 0 0 0 0,0 0 0 0 0,0 0 0 0 0,1 0 0 0 0,-1 0 0 0 0,0 0 0 0 0,0 0 0 0 0,0 1 0 0 0,-1-1 0 0 0,-3 0 0 0 0,-3 1 0 0 0,-6 0 0 0 0,-3 1 0 0 0,-4 0 0 0 0,-1 0 0 0 0,-1 0 0 0 0,1-1 0 0 0,1-1 0 0 0,4 0 0 0 0,2-2 0 0 0,5-1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11123 7911 16383 0 0,'0'0'0'0'0,"0"3"0"0"0,0 3 0 0 0,1 2 0 0 0,0 2 0 0 0,2-1 0 0 0,1 0 0 0 0,0 0 0 0 0,0 1 0 0 0,0-1 0 0 0,0 1 0 0 0,-1 0 0 0 0,1-1 0 0 0,-1-1 0 0 0,0 1 0 0 0,1 0 0 0 0,-1 0 0 0 0,0-1 0 0 0,1 0 0 0 0,-2 0 0 0 0,1 0 0 0 0,-1-1 0 0 0,1 0 0 0 0,-2 1 0 0 0,1-1 0 0 0,0 1 0 0 0,-1 0 0 0 0,1 0 0 0 0,-2 0 0 0 0,1-1 0 0 0,-1-1 0 0 0,0 1 0 0 0,-3-1 0 0 0,-2 1 0 0 0,-3 0 0 0 0,-3 0 0 0 0,-1-1 0 0 0,-2 0 0 0 0,-2 0 0 0 0,-1-1 0 0 0,0 0 0 0 0,1 0 0 0 0,2-1 0 0 0,3-1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11862 8571 16383 0 0,'1'0'0'0'0,"1"2"0"0"0,0 1 0 0 0,2 1 0 0 0,0 2 0 0 0,1 0 0 0 0,0 1 0 0 0,-1 1 0 0 0,0-1 0 0 0,-1 0 0 0 0,0 1 0 0 0,0 1 0 0 0,0 0 0 0 0,0-1 0 0 0,0 0 0 0 0,1-1 0 0 0,-2 0 0 0 0,0 0 0 0 0,0 0 0 0 0,-2-1 0 0 0,1 0 0 0 0,-1 0 0 0 0,-1 1 0 0 0,-1 1 0 0 0,-1 1 0 0 0,-3 1 0 0 0,-1-1 0 0 0,-3 0 0 0 0,-2 2 0 0 0,-3 0 0 0 0,-1 0 0 0 0,0 0 0 0 0,1-2 0 0 0,3-2 0 0 0,3-1 0 0 0,1-2 0 0 0,1-2 0 0 0,1 0 0 0 0,0 0-16383 0 0,1-1 16383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11807 9170 16383 0 0,'0'0'0'0'0,"0"2"0"0"0,1 1 0 0 0,1 2 0 0 0,0 2 0 0 0,0-1 0 0 0,0 2 0 0 0,0-1 0 0 0,0 0 0 0 0,0 0 0 0 0,-1 0 0 0 0,0-1 0 0 0,0 1 0 0 0,0-1 0 0 0,-1 2 0 0 0,-1-1 0 0 0,-3 0 0 0 0,-4 0 0 0 0,-3 0 0 0 0,-2 1 0 0 0,-1-1 0 0 0,-1 0 0 0 0,0-1 0 0 0,0 0 0 0 0,1-1 0 0 0,1 1 0 0 0,2 1 0 0 0,1-2 0 0 0,2 0 0 0 0,1-1 0 0 0,2 0 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11240 9668 16383 0 0,'0'1'0'0'0,"0"2"0"0"0,0 2 0 0 0,0 3 0 0 0,1 0 0 0 0,0 2 0 0 0,1 0 0 0 0,1-1 0 0 0,-1 0 0 0 0,1-2 0 0 0,0 1 0 0 0,-1-1 0 0 0,0 0 0 0 0,0-1 0 0 0,0 1 0 0 0,0 0 0 0 0,-1 1 0 0 0,-1-1 0 0 0,1 0 0 0 0,-1 1 0 0 0,-1 0 0 0 0,-2 3 0 0 0,-2 0 0 0 0,-3 0 0 0 0,-1 0 0 0 0,-2-1 0 0 0,0 0 0 0 0,-1-1 0 0 0,1 0 0 0 0,0-1 0 0 0,0-1 0 0 0,2 0 0 0 0,2-2 0 0 0,2 0 0 0 0,0 0 0 0 0,1-2 0 0 0,-1 0 0 0 0,0 0 0 0 0,1-1 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11052 10248 16383 0 0,'0'0'0'0'0,"0"2"0"0"0,0 1 0 0 0,0 1 0 0 0,0 1 0 0 0,0 0 0 0 0,0 0 0 0 0,2 1 0 0 0,-1 0 0 0 0,1 1 0 0 0,0 0 0 0 0,0 0 0 0 0,-1 0 0 0 0,0 0 0 0 0,0 0 0 0 0,0 0 0 0 0,-1 0 0 0 0,0-1 0 0 0,0 1 0 0 0,0-1 0 0 0,0 1 0 0 0,0 1 0 0 0,-1 1 0 0 0,1 2 0 0 0,-1 1 0 0 0,-2 2 0 0 0,-2 1 0 0 0,-1 1 0 0 0,-2 2 0 0 0,-1-1 0 0 0,0-1 0 0 0,-1 0 0 0 0,1 0 0 0 0,-1-1 0 0 0,2-1 0 0 0,0 0 0 0 0,0-1 0 0 0,2-2 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11708 10859 16383 0 0,'0'0'0'0'0,"3"1"0"0"0,1 2 0 0 0,3 3 0 0 0,3 1 0 0 0,0 1 0 0 0,1-1 0 0 0,-2 0 0 0 0,0 1 0 0 0,-1-1 0 0 0,-1 0 0 0 0,-1-1 0 0 0,-2 0 0 0 0,-1-1 0 0 0,-1 2 0 0 0,-1 3 0 0 0,-1 3 0 0 0,0 4 0 0 0,-1 2 0 0 0,1 2 0 0 0,-1 1 0 0 0,-1-1 0 0 0,-2-1 0 0 0,-1-2 0 0 0,-1-3 0 0 0,0-1 0 0 0,-2-2 0 0 0,0 0 0 0 0,-1-1 0 0 0,1 0 0 0 0,0-1 0 0 0,0-2 0 0 0,2-2 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11577 13681 16383 0 0,'-1'0'0'0'0,"-1"0"0"0"0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25A82B-2CCF-464E-91C1-C2331CDBA5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E3288B-9524-4753-B7CB-1A7EABF3D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1CDB50-91A3-46F3-89B9-1625B4AD17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B70BB-8141-42C8-8C99-8154A0B694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69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352CC2-7A15-453A-8A90-1F38E659B2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AF9D89-D6A0-44FB-B1F4-25AA5E7B14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0E09AB-3569-46C7-970E-7400B31AE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68D6E-CE00-4CFF-97B8-35784329E3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52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AA8AC3-8641-4349-901B-71EBF9121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0D7D54-C431-45F7-A332-5F0286C9B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5FC0BE-BDCC-4B7C-9C5B-908B58162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FCEB6-4B09-47DD-9333-5A2E73C476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55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D5431-C216-478F-AD06-B324F4216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3BD0F-AEFB-4A07-A2F0-D4229A319F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0E720-1A03-4226-9F7D-49154454FF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7FEC9-1941-4731-991F-A7E988AAB9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71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9722A30-726A-4684-899A-C9BAAEFAA4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954E49-D61A-48C7-B3E1-87D24A550C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D96845-8722-40D1-B7B6-19DA62CC0B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A5AFD-52C1-4DA4-AA98-B08678FB76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27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8C6C15-FD56-4ABA-AB12-BAA70ACDFB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50E1FB-2178-4660-859C-59A4AD3736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A6322A-92C9-446C-930A-0698A19F9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749A5-D26B-4DD9-88B7-4BB0D71C6E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18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6BD151-6E80-4919-A6C6-E85E8962B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DE622F-11F0-46C9-85F2-95727BDB71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38D21C-6B11-469E-BF8F-83948469C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76B22-A5F5-4030-927E-C4CA6A17B4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02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731B5-3765-429E-872A-8668632123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7C996-8DF7-4E2F-AF23-8DAE146FF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165721-1FB1-4FD2-A3E1-477148721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26379-5844-4A64-9BA4-F7716D322D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64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575CE-128F-476E-9884-7448180382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8A3289-721A-48D4-BD33-CB44F14573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935AD-6A4E-4742-A5EC-70E337C65E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70698-8585-408D-A50A-82C6BAF88B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94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1E756A-6CC2-49FD-B2C6-94BBA2E28D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7474D1-7536-4F1B-9CB0-D3EB9F13FE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534539-C415-4FB2-BCF4-AA9959083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15850-7A6B-4577-8E5E-4628090CA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7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12800"/>
            <a:ext cx="1457325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12800"/>
            <a:ext cx="4219575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7C570-8D38-46A4-A221-68C08F2759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DE6BD3-ADB3-4002-8C56-DD9C0767C1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5F287D-3029-4F09-A12C-3077245F7E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AE627-F7F6-4910-8AF8-EDFD7EF370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41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C1576A-CAC6-4108-AC52-7CAE92E89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FFCB32-D8F0-40DD-8DDD-4FE31F5DE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1600"/>
            <a:ext cx="58293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817BB7-B3C8-41CB-87F5-8A89D275B32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05F237-D2AD-46AB-9089-261059316D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1200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A19BE72-D15C-4880-BADE-7EDEFB1FE9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807ACE82-7722-4325-9638-353FC5DF31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7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4.png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5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8.png"/><Relationship Id="rId40" Type="http://schemas.openxmlformats.org/officeDocument/2006/relationships/customXml" Target="../ink/ink19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1.xml"/><Relationship Id="rId9" Type="http://schemas.openxmlformats.org/officeDocument/2006/relationships/image" Target="../media/image4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3.png"/><Relationship Id="rId30" Type="http://schemas.openxmlformats.org/officeDocument/2006/relationships/customXml" Target="../ink/ink14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8" Type="http://schemas.openxmlformats.org/officeDocument/2006/relationships/customXml" Target="../ink/ink3.xml"/><Relationship Id="rId3" Type="http://schemas.openxmlformats.org/officeDocument/2006/relationships/image" Target="../media/image1.emf"/><Relationship Id="rId12" Type="http://schemas.openxmlformats.org/officeDocument/2006/relationships/customXml" Target="../ink/ink5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8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customXml" Target="../ink/ink29.xml"/><Relationship Id="rId26" Type="http://schemas.openxmlformats.org/officeDocument/2006/relationships/customXml" Target="../ink/ink33.xml"/><Relationship Id="rId39" Type="http://schemas.openxmlformats.org/officeDocument/2006/relationships/image" Target="../media/image40.png"/><Relationship Id="rId21" Type="http://schemas.openxmlformats.org/officeDocument/2006/relationships/image" Target="../media/image31.png"/><Relationship Id="rId34" Type="http://schemas.openxmlformats.org/officeDocument/2006/relationships/customXml" Target="../ink/ink37.xml"/><Relationship Id="rId42" Type="http://schemas.openxmlformats.org/officeDocument/2006/relationships/customXml" Target="../ink/ink41.xml"/><Relationship Id="rId47" Type="http://schemas.openxmlformats.org/officeDocument/2006/relationships/image" Target="../media/image44.png"/><Relationship Id="rId50" Type="http://schemas.openxmlformats.org/officeDocument/2006/relationships/customXml" Target="../ink/ink45.xml"/><Relationship Id="rId55" Type="http://schemas.openxmlformats.org/officeDocument/2006/relationships/image" Target="../media/image48.png"/><Relationship Id="rId7" Type="http://schemas.openxmlformats.org/officeDocument/2006/relationships/image" Target="../media/image24.png"/><Relationship Id="rId2" Type="http://schemas.openxmlformats.org/officeDocument/2006/relationships/customXml" Target="../ink/ink21.xml"/><Relationship Id="rId16" Type="http://schemas.openxmlformats.org/officeDocument/2006/relationships/customXml" Target="../ink/ink28.xml"/><Relationship Id="rId29" Type="http://schemas.openxmlformats.org/officeDocument/2006/relationships/image" Target="../media/image35.png"/><Relationship Id="rId11" Type="http://schemas.openxmlformats.org/officeDocument/2006/relationships/image" Target="../media/image26.png"/><Relationship Id="rId24" Type="http://schemas.openxmlformats.org/officeDocument/2006/relationships/customXml" Target="../ink/ink32.xml"/><Relationship Id="rId32" Type="http://schemas.openxmlformats.org/officeDocument/2006/relationships/customXml" Target="../ink/ink36.xml"/><Relationship Id="rId37" Type="http://schemas.openxmlformats.org/officeDocument/2006/relationships/image" Target="../media/image39.png"/><Relationship Id="rId40" Type="http://schemas.openxmlformats.org/officeDocument/2006/relationships/customXml" Target="../ink/ink40.xml"/><Relationship Id="rId45" Type="http://schemas.openxmlformats.org/officeDocument/2006/relationships/image" Target="../media/image43.png"/><Relationship Id="rId53" Type="http://schemas.openxmlformats.org/officeDocument/2006/relationships/image" Target="../media/image47.png"/><Relationship Id="rId58" Type="http://schemas.openxmlformats.org/officeDocument/2006/relationships/customXml" Target="../ink/ink49.xml"/><Relationship Id="rId5" Type="http://schemas.openxmlformats.org/officeDocument/2006/relationships/image" Target="../media/image23.png"/><Relationship Id="rId61" Type="http://schemas.openxmlformats.org/officeDocument/2006/relationships/image" Target="../media/image51.png"/><Relationship Id="rId19" Type="http://schemas.openxmlformats.org/officeDocument/2006/relationships/image" Target="../media/image30.png"/><Relationship Id="rId14" Type="http://schemas.openxmlformats.org/officeDocument/2006/relationships/customXml" Target="../ink/ink27.xml"/><Relationship Id="rId22" Type="http://schemas.openxmlformats.org/officeDocument/2006/relationships/customXml" Target="../ink/ink31.xml"/><Relationship Id="rId27" Type="http://schemas.openxmlformats.org/officeDocument/2006/relationships/image" Target="../media/image34.png"/><Relationship Id="rId30" Type="http://schemas.openxmlformats.org/officeDocument/2006/relationships/customXml" Target="../ink/ink35.xml"/><Relationship Id="rId35" Type="http://schemas.openxmlformats.org/officeDocument/2006/relationships/image" Target="../media/image38.png"/><Relationship Id="rId43" Type="http://schemas.openxmlformats.org/officeDocument/2006/relationships/image" Target="../media/image42.png"/><Relationship Id="rId48" Type="http://schemas.openxmlformats.org/officeDocument/2006/relationships/customXml" Target="../ink/ink44.xml"/><Relationship Id="rId56" Type="http://schemas.openxmlformats.org/officeDocument/2006/relationships/customXml" Target="../ink/ink48.xml"/><Relationship Id="rId8" Type="http://schemas.openxmlformats.org/officeDocument/2006/relationships/customXml" Target="../ink/ink24.xml"/><Relationship Id="rId51" Type="http://schemas.openxmlformats.org/officeDocument/2006/relationships/image" Target="../media/image46.png"/><Relationship Id="rId3" Type="http://schemas.openxmlformats.org/officeDocument/2006/relationships/image" Target="../media/image22.png"/><Relationship Id="rId12" Type="http://schemas.openxmlformats.org/officeDocument/2006/relationships/customXml" Target="../ink/ink26.xml"/><Relationship Id="rId17" Type="http://schemas.openxmlformats.org/officeDocument/2006/relationships/image" Target="../media/image29.png"/><Relationship Id="rId25" Type="http://schemas.openxmlformats.org/officeDocument/2006/relationships/image" Target="../media/image33.png"/><Relationship Id="rId33" Type="http://schemas.openxmlformats.org/officeDocument/2006/relationships/image" Target="../media/image37.png"/><Relationship Id="rId38" Type="http://schemas.openxmlformats.org/officeDocument/2006/relationships/customXml" Target="../ink/ink39.xml"/><Relationship Id="rId46" Type="http://schemas.openxmlformats.org/officeDocument/2006/relationships/customXml" Target="../ink/ink43.xml"/><Relationship Id="rId59" Type="http://schemas.openxmlformats.org/officeDocument/2006/relationships/image" Target="../media/image50.png"/><Relationship Id="rId20" Type="http://schemas.openxmlformats.org/officeDocument/2006/relationships/customXml" Target="../ink/ink30.xml"/><Relationship Id="rId41" Type="http://schemas.openxmlformats.org/officeDocument/2006/relationships/image" Target="../media/image41.png"/><Relationship Id="rId54" Type="http://schemas.openxmlformats.org/officeDocument/2006/relationships/customXml" Target="../ink/ink4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.xml"/><Relationship Id="rId15" Type="http://schemas.openxmlformats.org/officeDocument/2006/relationships/image" Target="../media/image28.png"/><Relationship Id="rId23" Type="http://schemas.openxmlformats.org/officeDocument/2006/relationships/image" Target="../media/image32.png"/><Relationship Id="rId28" Type="http://schemas.openxmlformats.org/officeDocument/2006/relationships/customXml" Target="../ink/ink34.xml"/><Relationship Id="rId36" Type="http://schemas.openxmlformats.org/officeDocument/2006/relationships/customXml" Target="../ink/ink38.xml"/><Relationship Id="rId49" Type="http://schemas.openxmlformats.org/officeDocument/2006/relationships/image" Target="../media/image45.png"/><Relationship Id="rId57" Type="http://schemas.openxmlformats.org/officeDocument/2006/relationships/image" Target="../media/image49.png"/><Relationship Id="rId10" Type="http://schemas.openxmlformats.org/officeDocument/2006/relationships/customXml" Target="../ink/ink25.xml"/><Relationship Id="rId31" Type="http://schemas.openxmlformats.org/officeDocument/2006/relationships/image" Target="../media/image36.png"/><Relationship Id="rId44" Type="http://schemas.openxmlformats.org/officeDocument/2006/relationships/customXml" Target="../ink/ink42.xml"/><Relationship Id="rId52" Type="http://schemas.openxmlformats.org/officeDocument/2006/relationships/customXml" Target="../ink/ink46.xml"/><Relationship Id="rId60" Type="http://schemas.openxmlformats.org/officeDocument/2006/relationships/customXml" Target="../ink/ink50.xml"/><Relationship Id="rId4" Type="http://schemas.openxmlformats.org/officeDocument/2006/relationships/customXml" Target="../ink/ink22.xml"/><Relationship Id="rId9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customXml" Target="../ink/ink56.xml"/><Relationship Id="rId18" Type="http://schemas.openxmlformats.org/officeDocument/2006/relationships/image" Target="../media/image61.png"/><Relationship Id="rId26" Type="http://schemas.openxmlformats.org/officeDocument/2006/relationships/image" Target="../media/image65.png"/><Relationship Id="rId3" Type="http://schemas.openxmlformats.org/officeDocument/2006/relationships/customXml" Target="../ink/ink51.xml"/><Relationship Id="rId21" Type="http://schemas.openxmlformats.org/officeDocument/2006/relationships/customXml" Target="../ink/ink60.xml"/><Relationship Id="rId7" Type="http://schemas.openxmlformats.org/officeDocument/2006/relationships/customXml" Target="../ink/ink53.xml"/><Relationship Id="rId12" Type="http://schemas.openxmlformats.org/officeDocument/2006/relationships/image" Target="../media/image58.png"/><Relationship Id="rId17" Type="http://schemas.openxmlformats.org/officeDocument/2006/relationships/customXml" Target="../ink/ink58.xml"/><Relationship Id="rId25" Type="http://schemas.openxmlformats.org/officeDocument/2006/relationships/customXml" Target="../ink/ink62.xml"/><Relationship Id="rId2" Type="http://schemas.openxmlformats.org/officeDocument/2006/relationships/image" Target="../media/image53.png"/><Relationship Id="rId16" Type="http://schemas.openxmlformats.org/officeDocument/2006/relationships/image" Target="../media/image60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customXml" Target="../ink/ink55.xml"/><Relationship Id="rId24" Type="http://schemas.openxmlformats.org/officeDocument/2006/relationships/image" Target="../media/image64.png"/><Relationship Id="rId5" Type="http://schemas.openxmlformats.org/officeDocument/2006/relationships/customXml" Target="../ink/ink52.xml"/><Relationship Id="rId15" Type="http://schemas.openxmlformats.org/officeDocument/2006/relationships/customXml" Target="../ink/ink57.xml"/><Relationship Id="rId23" Type="http://schemas.openxmlformats.org/officeDocument/2006/relationships/customXml" Target="../ink/ink61.xml"/><Relationship Id="rId10" Type="http://schemas.openxmlformats.org/officeDocument/2006/relationships/image" Target="../media/image57.png"/><Relationship Id="rId19" Type="http://schemas.openxmlformats.org/officeDocument/2006/relationships/customXml" Target="../ink/ink59.xml"/><Relationship Id="rId4" Type="http://schemas.openxmlformats.org/officeDocument/2006/relationships/image" Target="../media/image54.png"/><Relationship Id="rId9" Type="http://schemas.openxmlformats.org/officeDocument/2006/relationships/customXml" Target="../ink/ink54.xml"/><Relationship Id="rId14" Type="http://schemas.openxmlformats.org/officeDocument/2006/relationships/image" Target="../media/image59.png"/><Relationship Id="rId22" Type="http://schemas.openxmlformats.org/officeDocument/2006/relationships/image" Target="../media/image6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customXml" Target="../ink/ink68.xml"/><Relationship Id="rId18" Type="http://schemas.openxmlformats.org/officeDocument/2006/relationships/image" Target="../media/image74.png"/><Relationship Id="rId3" Type="http://schemas.openxmlformats.org/officeDocument/2006/relationships/customXml" Target="../ink/ink63.xml"/><Relationship Id="rId21" Type="http://schemas.openxmlformats.org/officeDocument/2006/relationships/customXml" Target="../ink/ink72.xml"/><Relationship Id="rId7" Type="http://schemas.openxmlformats.org/officeDocument/2006/relationships/customXml" Target="../ink/ink65.xml"/><Relationship Id="rId12" Type="http://schemas.openxmlformats.org/officeDocument/2006/relationships/image" Target="../media/image71.png"/><Relationship Id="rId17" Type="http://schemas.openxmlformats.org/officeDocument/2006/relationships/customXml" Target="../ink/ink70.xml"/><Relationship Id="rId2" Type="http://schemas.openxmlformats.org/officeDocument/2006/relationships/image" Target="../media/image66.png"/><Relationship Id="rId16" Type="http://schemas.openxmlformats.org/officeDocument/2006/relationships/image" Target="../media/image73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customXml" Target="../ink/ink67.xml"/><Relationship Id="rId5" Type="http://schemas.openxmlformats.org/officeDocument/2006/relationships/customXml" Target="../ink/ink64.xml"/><Relationship Id="rId15" Type="http://schemas.openxmlformats.org/officeDocument/2006/relationships/customXml" Target="../ink/ink69.xml"/><Relationship Id="rId23" Type="http://schemas.openxmlformats.org/officeDocument/2006/relationships/customXml" Target="../ink/ink73.xml"/><Relationship Id="rId10" Type="http://schemas.openxmlformats.org/officeDocument/2006/relationships/image" Target="../media/image70.png"/><Relationship Id="rId19" Type="http://schemas.openxmlformats.org/officeDocument/2006/relationships/customXml" Target="../ink/ink71.xml"/><Relationship Id="rId4" Type="http://schemas.openxmlformats.org/officeDocument/2006/relationships/image" Target="../media/image67.png"/><Relationship Id="rId9" Type="http://schemas.openxmlformats.org/officeDocument/2006/relationships/customXml" Target="../ink/ink66.xml"/><Relationship Id="rId14" Type="http://schemas.openxmlformats.org/officeDocument/2006/relationships/image" Target="../media/image72.png"/><Relationship Id="rId22" Type="http://schemas.openxmlformats.org/officeDocument/2006/relationships/image" Target="../media/image7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6.xml"/><Relationship Id="rId13" Type="http://schemas.openxmlformats.org/officeDocument/2006/relationships/image" Target="../media/image84.png"/><Relationship Id="rId18" Type="http://schemas.openxmlformats.org/officeDocument/2006/relationships/customXml" Target="../ink/ink81.xml"/><Relationship Id="rId3" Type="http://schemas.openxmlformats.org/officeDocument/2006/relationships/image" Target="../media/image79.png"/><Relationship Id="rId21" Type="http://schemas.openxmlformats.org/officeDocument/2006/relationships/image" Target="../media/image88.png"/><Relationship Id="rId7" Type="http://schemas.openxmlformats.org/officeDocument/2006/relationships/image" Target="../media/image81.png"/><Relationship Id="rId12" Type="http://schemas.openxmlformats.org/officeDocument/2006/relationships/customXml" Target="../ink/ink78.xml"/><Relationship Id="rId17" Type="http://schemas.openxmlformats.org/officeDocument/2006/relationships/image" Target="../media/image86.png"/><Relationship Id="rId2" Type="http://schemas.openxmlformats.org/officeDocument/2006/relationships/image" Target="../media/image78.jpeg"/><Relationship Id="rId16" Type="http://schemas.openxmlformats.org/officeDocument/2006/relationships/customXml" Target="../ink/ink80.xml"/><Relationship Id="rId20" Type="http://schemas.openxmlformats.org/officeDocument/2006/relationships/customXml" Target="../ink/ink8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5.xml"/><Relationship Id="rId11" Type="http://schemas.openxmlformats.org/officeDocument/2006/relationships/image" Target="../media/image83.png"/><Relationship Id="rId5" Type="http://schemas.openxmlformats.org/officeDocument/2006/relationships/image" Target="../media/image80.png"/><Relationship Id="rId15" Type="http://schemas.openxmlformats.org/officeDocument/2006/relationships/image" Target="../media/image85.png"/><Relationship Id="rId10" Type="http://schemas.openxmlformats.org/officeDocument/2006/relationships/customXml" Target="../ink/ink77.xml"/><Relationship Id="rId19" Type="http://schemas.openxmlformats.org/officeDocument/2006/relationships/image" Target="../media/image87.png"/><Relationship Id="rId4" Type="http://schemas.openxmlformats.org/officeDocument/2006/relationships/customXml" Target="../ink/ink74.xml"/><Relationship Id="rId9" Type="http://schemas.openxmlformats.org/officeDocument/2006/relationships/image" Target="../media/image82.png"/><Relationship Id="rId14" Type="http://schemas.openxmlformats.org/officeDocument/2006/relationships/customXml" Target="../ink/ink7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3.xml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0FC2EDEB-CD6D-479E-AC2A-6579F6E4C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862510"/>
              </p:ext>
            </p:extLst>
          </p:nvPr>
        </p:nvGraphicFramePr>
        <p:xfrm>
          <a:off x="555953" y="5039003"/>
          <a:ext cx="5468937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91805" imgH="2460978" progId="Word.Document.8">
                  <p:embed/>
                </p:oleObj>
              </mc:Choice>
              <mc:Fallback>
                <p:oleObj name="Document" r:id="rId2" imgW="5491805" imgH="246097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53" y="5039003"/>
                        <a:ext cx="5468937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Text Box 3">
            <a:extLst>
              <a:ext uri="{FF2B5EF4-FFF2-40B4-BE49-F238E27FC236}">
                <a16:creationId xmlns:a16="http://schemas.microsoft.com/office/drawing/2014/main" id="{6F9A29ED-552A-4B04-9BFF-78324234E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52400"/>
            <a:ext cx="9556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CMSC204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Kartchner</a:t>
            </a:r>
          </a:p>
        </p:txBody>
      </p:sp>
      <p:sp>
        <p:nvSpPr>
          <p:cNvPr id="2054" name="Rectangle 7">
            <a:extLst>
              <a:ext uri="{FF2B5EF4-FFF2-40B4-BE49-F238E27FC236}">
                <a16:creationId xmlns:a16="http://schemas.microsoft.com/office/drawing/2014/main" id="{CD9F0903-62EA-42BD-8AD2-C0B50A70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189038"/>
            <a:ext cx="62912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V(StateGraph) = {Oregon, Alaska, Texas, Hawaii, Vermont, NewYork, California}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E(StateGraph) = {(Alaska, Oregon), (Hawaii, Alaska), (Hawaii, Texas), (Texas, Hawaii), (Hawaii, 	California), (Hawaii, New York), (Texas, Vermont), (Vermont, California), 	(Vermont, Alaska)}</a:t>
            </a:r>
          </a:p>
        </p:txBody>
      </p:sp>
      <p:sp>
        <p:nvSpPr>
          <p:cNvPr id="2056" name="Text Box 9">
            <a:extLst>
              <a:ext uri="{FF2B5EF4-FFF2-40B4-BE49-F238E27FC236}">
                <a16:creationId xmlns:a16="http://schemas.microsoft.com/office/drawing/2014/main" id="{DF9A9F0D-E17B-4441-A5AB-ABE3472E3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246313"/>
            <a:ext cx="1663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1.  Draw the StateGraph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D1DD76-459F-2F3A-B8EA-0BB625321127}"/>
              </a:ext>
            </a:extLst>
          </p:cNvPr>
          <p:cNvSpPr txBox="1"/>
          <p:nvPr/>
        </p:nvSpPr>
        <p:spPr>
          <a:xfrm>
            <a:off x="563314" y="2654987"/>
            <a:ext cx="110985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Times New Roman"/>
              </a:rPr>
              <a:t>Alaska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600FD-5090-C80F-3F67-1D1281FE50FC}"/>
              </a:ext>
            </a:extLst>
          </p:cNvPr>
          <p:cNvSpPr txBox="1"/>
          <p:nvPr/>
        </p:nvSpPr>
        <p:spPr>
          <a:xfrm>
            <a:off x="2597269" y="2513710"/>
            <a:ext cx="11249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Oregon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19F355-D1B3-BDE2-F9BA-0920846E8CE1}"/>
              </a:ext>
            </a:extLst>
          </p:cNvPr>
          <p:cNvSpPr txBox="1"/>
          <p:nvPr/>
        </p:nvSpPr>
        <p:spPr>
          <a:xfrm>
            <a:off x="579039" y="3337040"/>
            <a:ext cx="113509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Hawaii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CB5DB-A0F9-A578-8BDF-4586ED7DA0DE}"/>
              </a:ext>
            </a:extLst>
          </p:cNvPr>
          <p:cNvSpPr txBox="1"/>
          <p:nvPr/>
        </p:nvSpPr>
        <p:spPr>
          <a:xfrm>
            <a:off x="2599133" y="3340965"/>
            <a:ext cx="11038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Texas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8D83D5-208F-1514-DACE-04F17BEC8340}"/>
              </a:ext>
            </a:extLst>
          </p:cNvPr>
          <p:cNvSpPr txBox="1"/>
          <p:nvPr/>
        </p:nvSpPr>
        <p:spPr>
          <a:xfrm>
            <a:off x="4118824" y="2521788"/>
            <a:ext cx="161129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California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2E4A2C-1371-1B1D-36BD-0F0311A06A2B}"/>
              </a:ext>
            </a:extLst>
          </p:cNvPr>
          <p:cNvSpPr txBox="1"/>
          <p:nvPr/>
        </p:nvSpPr>
        <p:spPr>
          <a:xfrm>
            <a:off x="4091916" y="3387726"/>
            <a:ext cx="1712895" cy="4662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New York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FFF14B-FC64-7988-ADCA-51F336C0D869}"/>
              </a:ext>
            </a:extLst>
          </p:cNvPr>
          <p:cNvSpPr txBox="1"/>
          <p:nvPr/>
        </p:nvSpPr>
        <p:spPr>
          <a:xfrm>
            <a:off x="2312408" y="4091916"/>
            <a:ext cx="133225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Times New Roman"/>
              </a:rPr>
              <a:t>Vermont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E41B434-F671-A720-A0D9-8D79DDCCDEA2}"/>
                  </a:ext>
                </a:extLst>
              </p14:cNvPr>
              <p14:cNvContentPartPr/>
              <p14:nvPr/>
            </p14:nvContentPartPr>
            <p14:xfrm>
              <a:off x="1521871" y="2744338"/>
              <a:ext cx="1064770" cy="191727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E41B434-F671-A720-A0D9-8D79DDCCDE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3879" y="2726745"/>
                <a:ext cx="1100394" cy="2272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D7EB040-0A6D-173D-BB1C-46C934735AC1}"/>
                  </a:ext>
                </a:extLst>
              </p14:cNvPr>
              <p14:cNvContentPartPr/>
              <p14:nvPr/>
            </p14:nvContentPartPr>
            <p14:xfrm>
              <a:off x="2505547" y="2663979"/>
              <a:ext cx="111191" cy="198733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D7EB040-0A6D-173D-BB1C-46C934735AC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87613" y="2646010"/>
                <a:ext cx="146700" cy="2343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7B57933-7009-20D2-1E58-5A51225E1FD5}"/>
                  </a:ext>
                </a:extLst>
              </p14:cNvPr>
              <p14:cNvContentPartPr/>
              <p14:nvPr/>
            </p14:nvContentPartPr>
            <p14:xfrm>
              <a:off x="1021263" y="3132656"/>
              <a:ext cx="22712" cy="296751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7B57933-7009-20D2-1E58-5A51225E1F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3874" y="3115031"/>
                <a:ext cx="57845" cy="3323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11FFAE7-F9AB-27A7-1C5B-AB4003FD2075}"/>
                  </a:ext>
                </a:extLst>
              </p14:cNvPr>
              <p14:cNvContentPartPr/>
              <p14:nvPr/>
            </p14:nvContentPartPr>
            <p14:xfrm>
              <a:off x="949672" y="3092339"/>
              <a:ext cx="143422" cy="75343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11FFAE7-F9AB-27A7-1C5B-AB4003FD20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31699" y="3074759"/>
                <a:ext cx="179008" cy="110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DF75E50-650B-9A88-295D-831160DB2DE9}"/>
                  </a:ext>
                </a:extLst>
              </p14:cNvPr>
              <p14:cNvContentPartPr/>
              <p14:nvPr/>
            </p14:nvContentPartPr>
            <p14:xfrm>
              <a:off x="3045227" y="3708661"/>
              <a:ext cx="14125" cy="435916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DF75E50-650B-9A88-295D-831160DB2DE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27571" y="3690678"/>
                <a:ext cx="49084" cy="4715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C8D7AEE-C617-AA38-D472-8DEFCA0A7927}"/>
                  </a:ext>
                </a:extLst>
              </p14:cNvPr>
              <p14:cNvContentPartPr/>
              <p14:nvPr/>
            </p14:nvContentPartPr>
            <p14:xfrm>
              <a:off x="2986228" y="4106096"/>
              <a:ext cx="148886" cy="95448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C8D7AEE-C617-AA38-D472-8DEFCA0A792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68290" y="4088155"/>
                <a:ext cx="184403" cy="1309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9DF64C8-A2E4-8E8C-EC93-C5D8281A5351}"/>
                  </a:ext>
                </a:extLst>
              </p14:cNvPr>
              <p14:cNvContentPartPr/>
              <p14:nvPr/>
            </p14:nvContentPartPr>
            <p14:xfrm>
              <a:off x="1596836" y="3602135"/>
              <a:ext cx="935432" cy="30396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9DF64C8-A2E4-8E8C-EC93-C5D8281A535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79200" y="3584613"/>
                <a:ext cx="971064" cy="657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3FB3E07-5C86-3B31-4ECB-057911E848C8}"/>
                  </a:ext>
                </a:extLst>
              </p14:cNvPr>
              <p14:cNvContentPartPr/>
              <p14:nvPr/>
            </p14:nvContentPartPr>
            <p14:xfrm>
              <a:off x="2489358" y="3569750"/>
              <a:ext cx="96253" cy="114558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3FB3E07-5C86-3B31-4ECB-057911E848C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71400" y="3551794"/>
                <a:ext cx="131809" cy="150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514AF84-1638-245B-117A-94D57F4D19CE}"/>
                  </a:ext>
                </a:extLst>
              </p14:cNvPr>
              <p14:cNvContentPartPr/>
              <p14:nvPr/>
            </p14:nvContentPartPr>
            <p14:xfrm>
              <a:off x="933959" y="3743095"/>
              <a:ext cx="213597" cy="89318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514AF84-1638-245B-117A-94D57F4D19C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16339" y="3725518"/>
                <a:ext cx="249197" cy="1248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D831519-9D8D-7D5F-14C1-570093022208}"/>
                  </a:ext>
                </a:extLst>
              </p14:cNvPr>
              <p14:cNvContentPartPr/>
              <p14:nvPr/>
            </p14:nvContentPartPr>
            <p14:xfrm>
              <a:off x="1540362" y="2750362"/>
              <a:ext cx="2553468" cy="68157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D831519-9D8D-7D5F-14C1-57009302220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522725" y="2732729"/>
                <a:ext cx="2589103" cy="7171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12A8A91-56FE-74A4-2923-9E791A14AAFE}"/>
                  </a:ext>
                </a:extLst>
              </p14:cNvPr>
              <p14:cNvContentPartPr/>
              <p14:nvPr/>
            </p14:nvContentPartPr>
            <p14:xfrm>
              <a:off x="4024569" y="2672520"/>
              <a:ext cx="150958" cy="12165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12A8A91-56FE-74A4-2923-9E791A14AAF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06598" y="2654936"/>
                <a:ext cx="186541" cy="1571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49539F6-0FC9-6DA8-0A2F-82384778D413}"/>
                  </a:ext>
                </a:extLst>
              </p14:cNvPr>
              <p14:cNvContentPartPr/>
              <p14:nvPr/>
            </p14:nvContentPartPr>
            <p14:xfrm>
              <a:off x="263362" y="3096482"/>
              <a:ext cx="2114793" cy="1231464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49539F6-0FC9-6DA8-0A2F-82384778D41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5724" y="3078489"/>
                <a:ext cx="2150430" cy="12670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9E37C52-0C8A-BE89-F73B-643B0F28D2DC}"/>
                  </a:ext>
                </a:extLst>
              </p14:cNvPr>
              <p14:cNvContentPartPr/>
              <p14:nvPr/>
            </p14:nvContentPartPr>
            <p14:xfrm>
              <a:off x="428328" y="2974977"/>
              <a:ext cx="136336" cy="218877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9E37C52-0C8A-BE89-F73B-643B0F28D2D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10389" y="2957366"/>
                <a:ext cx="171855" cy="2544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07CDEB7-9C41-6A0D-CA88-E6F904315EE1}"/>
                  </a:ext>
                </a:extLst>
              </p14:cNvPr>
              <p14:cNvContentPartPr/>
              <p14:nvPr/>
            </p14:nvContentPartPr>
            <p14:xfrm>
              <a:off x="3477231" y="2917983"/>
              <a:ext cx="2284463" cy="1414344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07CDEB7-9C41-6A0D-CA88-E6F904315EE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459595" y="2899989"/>
                <a:ext cx="2320096" cy="14499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9636F91-408C-7F59-76CD-0F598F429CE4}"/>
                  </a:ext>
                </a:extLst>
              </p14:cNvPr>
              <p14:cNvContentPartPr/>
              <p14:nvPr/>
            </p14:nvContentPartPr>
            <p14:xfrm>
              <a:off x="5473661" y="2827897"/>
              <a:ext cx="180318" cy="188183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9636F91-408C-7F59-76CD-0F598F429CE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55701" y="2809941"/>
                <a:ext cx="215879" cy="223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971BB04-2365-E2A5-FEDC-15E8669FCE0E}"/>
                  </a:ext>
                </a:extLst>
              </p14:cNvPr>
              <p14:cNvContentPartPr/>
              <p14:nvPr/>
            </p14:nvContentPartPr>
            <p14:xfrm>
              <a:off x="1577194" y="3257212"/>
              <a:ext cx="2528610" cy="245638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971BB04-2365-E2A5-FEDC-15E8669FCE0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59197" y="3239230"/>
                <a:ext cx="2564245" cy="2812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E86DCDA-A4E5-5B73-7D02-3BF26697A70A}"/>
                  </a:ext>
                </a:extLst>
              </p14:cNvPr>
              <p14:cNvContentPartPr/>
              <p14:nvPr/>
            </p14:nvContentPartPr>
            <p14:xfrm>
              <a:off x="4052816" y="3352848"/>
              <a:ext cx="94046" cy="16421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E86DCDA-A4E5-5B73-7D02-3BF26697A70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34868" y="3335241"/>
                <a:ext cx="129582" cy="199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1801A98-F4D4-0A83-388B-203EF236D4B7}"/>
                  </a:ext>
                </a:extLst>
              </p14:cNvPr>
              <p14:cNvContentPartPr/>
              <p14:nvPr/>
            </p14:nvContentPartPr>
            <p14:xfrm>
              <a:off x="1014530" y="3727054"/>
              <a:ext cx="1763997" cy="253511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1801A98-F4D4-0A83-388B-203EF236D4B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96894" y="3709074"/>
                <a:ext cx="1799630" cy="289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2BFCDD2-91A1-ACE2-2B6B-73F28987DFE3}"/>
                  </a:ext>
                </a:extLst>
              </p14:cNvPr>
              <p14:cNvContentPartPr/>
              <p14:nvPr/>
            </p14:nvContentPartPr>
            <p14:xfrm>
              <a:off x="3887439" y="5529148"/>
              <a:ext cx="9505" cy="9505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2BFCDD2-91A1-ACE2-2B6B-73F28987DFE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771003" y="5296275"/>
                <a:ext cx="244754" cy="4800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7043973-9D4B-72A6-8EDA-9B21F4FFD42C}"/>
                  </a:ext>
                </a:extLst>
              </p14:cNvPr>
              <p14:cNvContentPartPr/>
              <p14:nvPr/>
            </p14:nvContentPartPr>
            <p14:xfrm>
              <a:off x="1754116" y="5515019"/>
              <a:ext cx="9505" cy="9505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7043973-9D4B-72A6-8EDA-9B21F4FFD42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21243" y="5277394"/>
                <a:ext cx="480003" cy="480003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9A694515-B41B-5D6D-3558-08D432B38EA3}"/>
              </a:ext>
            </a:extLst>
          </p:cNvPr>
          <p:cNvSpPr txBox="1"/>
          <p:nvPr/>
        </p:nvSpPr>
        <p:spPr>
          <a:xfrm>
            <a:off x="4498487" y="5915233"/>
            <a:ext cx="62031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No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66DECB-7DBC-B473-EC80-57BC3BE978D3}"/>
              </a:ext>
            </a:extLst>
          </p:cNvPr>
          <p:cNvSpPr txBox="1"/>
          <p:nvPr/>
        </p:nvSpPr>
        <p:spPr>
          <a:xfrm>
            <a:off x="4617058" y="6257584"/>
            <a:ext cx="72464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Yes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A876FF-33DA-C75C-22AA-6111C8ECF705}"/>
              </a:ext>
            </a:extLst>
          </p:cNvPr>
          <p:cNvSpPr txBox="1"/>
          <p:nvPr/>
        </p:nvSpPr>
        <p:spPr>
          <a:xfrm>
            <a:off x="4536463" y="6643067"/>
            <a:ext cx="93899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Times New Roman"/>
              </a:rPr>
              <a:t>Texas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2A0592-23A8-43B8-CB28-152DF3750F4F}"/>
              </a:ext>
            </a:extLst>
          </p:cNvPr>
          <p:cNvSpPr txBox="1"/>
          <p:nvPr/>
        </p:nvSpPr>
        <p:spPr>
          <a:xfrm>
            <a:off x="2187710" y="5383670"/>
            <a:ext cx="161700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Times New Roman"/>
              </a:rPr>
              <a:t>Skipped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C129A688-1F3C-4C9F-9AC5-19802C32F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5446713"/>
            <a:ext cx="3217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3.   b.   Show the adjacency lists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            that would describe the edges in the graph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F1D4401-FBEF-43F9-BEE5-1B122142E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6019800"/>
            <a:ext cx="12954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3641C4-B2C2-437B-AAA3-9677860519ED}"/>
              </a:ext>
            </a:extLst>
          </p:cNvPr>
          <p:cNvGrpSpPr/>
          <p:nvPr/>
        </p:nvGrpSpPr>
        <p:grpSpPr>
          <a:xfrm>
            <a:off x="914400" y="1447800"/>
            <a:ext cx="5486400" cy="2590800"/>
            <a:chOff x="381000" y="6248400"/>
            <a:chExt cx="5486400" cy="2590800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150515A3-7AEC-4F11-96B7-7933E596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6553200"/>
              <a:ext cx="1143000" cy="2286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AC614A04-AAA4-4C45-9079-2C377ECCE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477000"/>
              <a:ext cx="3962400" cy="2362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CC31319-0CFB-4318-B56D-38F795438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6248400"/>
              <a:ext cx="54927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/>
                <a:t>States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4B944C5-4159-45AC-A452-4E3D1B0B311C}"/>
              </a:ext>
            </a:extLst>
          </p:cNvPr>
          <p:cNvSpPr/>
          <p:nvPr/>
        </p:nvSpPr>
        <p:spPr>
          <a:xfrm>
            <a:off x="457200" y="304800"/>
            <a:ext cx="533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tabLst>
                <a:tab pos="228600" algn="l"/>
              </a:tabLst>
            </a:pPr>
            <a:r>
              <a:rPr lang="en-US" sz="1200">
                <a:ea typeface="Times New Roman" panose="02020603050405020304" pitchFamily="18" charset="0"/>
              </a:rPr>
              <a:t>a.  Show the adjacency matrix that would describe the edges in the graph. Store the vertices in alphabetical order</a:t>
            </a:r>
            <a:endParaRPr lang="en-US" sz="1000"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F2612E-917C-1198-178E-5DBE3DD72C96}"/>
              </a:ext>
            </a:extLst>
          </p:cNvPr>
          <p:cNvSpPr txBox="1"/>
          <p:nvPr/>
        </p:nvSpPr>
        <p:spPr>
          <a:xfrm>
            <a:off x="913544" y="1750959"/>
            <a:ext cx="1103865" cy="22929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dirty="0">
                <a:latin typeface="Times New Roman"/>
                <a:cs typeface="Times New Roman"/>
              </a:rPr>
              <a:t>Alaska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California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Hawaii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New York</a:t>
            </a:r>
            <a:endParaRPr lang="en-US" sz="1100" dirty="0">
              <a:cs typeface="Times New Roman"/>
            </a:endParaRP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Oregon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Texas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Vermont</a:t>
            </a:r>
            <a:endParaRPr lang="en-US" sz="1100" dirty="0"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5878BB-6BC4-350F-94FC-6F1514410F11}"/>
              </a:ext>
            </a:extLst>
          </p:cNvPr>
          <p:cNvSpPr txBox="1"/>
          <p:nvPr/>
        </p:nvSpPr>
        <p:spPr>
          <a:xfrm>
            <a:off x="2417085" y="1389348"/>
            <a:ext cx="3987239" cy="2569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12BC89-2AD8-09F3-25B2-FBD7BE38C9E4}"/>
              </a:ext>
            </a:extLst>
          </p:cNvPr>
          <p:cNvSpPr txBox="1"/>
          <p:nvPr/>
        </p:nvSpPr>
        <p:spPr>
          <a:xfrm>
            <a:off x="2415222" y="1388106"/>
            <a:ext cx="404433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latin typeface="Times New Roman"/>
                <a:cs typeface="Times New Roman"/>
              </a:rPr>
              <a:t>Alaska  California  Hawaii  New York  Oregon  Texas  Vermont</a:t>
            </a:r>
            <a:endParaRPr lang="en-US" sz="1100" dirty="0">
              <a:latin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936A0-F920-0168-B69E-D75524AB476A}"/>
              </a:ext>
            </a:extLst>
          </p:cNvPr>
          <p:cNvSpPr txBox="1"/>
          <p:nvPr/>
        </p:nvSpPr>
        <p:spPr>
          <a:xfrm>
            <a:off x="2455149" y="1684347"/>
            <a:ext cx="3920627" cy="2321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F6E91E-0348-2503-A06A-AED69B93352E}"/>
              </a:ext>
            </a:extLst>
          </p:cNvPr>
          <p:cNvSpPr txBox="1"/>
          <p:nvPr/>
        </p:nvSpPr>
        <p:spPr>
          <a:xfrm>
            <a:off x="2426601" y="1737095"/>
            <a:ext cx="3977723" cy="22929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latin typeface="Times New Roman"/>
                <a:cs typeface="Times New Roman"/>
              </a:rPr>
              <a:t> 0                0                0               0              1            0            0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 0                0                0               0               0            0            0   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 1                 1                0               1               0            1            0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 0                 0                 0              0                0           0             0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 0                  0                 0             0                0            0             0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 0.                 0                 1              0                0            0             1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 1                  1                 0             0                 0            0             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109849-84C3-7B21-ED7E-BABFF260D7F1}"/>
              </a:ext>
            </a:extLst>
          </p:cNvPr>
          <p:cNvSpPr txBox="1"/>
          <p:nvPr/>
        </p:nvSpPr>
        <p:spPr>
          <a:xfrm>
            <a:off x="137177" y="6016031"/>
            <a:ext cx="786508" cy="22929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dirty="0">
                <a:latin typeface="Times New Roman"/>
                <a:cs typeface="Times New Roman"/>
              </a:rPr>
              <a:t>Alaska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California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Hawaii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New York</a:t>
            </a: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Oregon</a:t>
            </a:r>
            <a:endParaRPr lang="en-US" sz="1100" dirty="0">
              <a:cs typeface="Times New Roman"/>
            </a:endParaRP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Texas</a:t>
            </a:r>
            <a:endParaRPr lang="en-US" sz="1100" dirty="0">
              <a:cs typeface="Times New Roman"/>
            </a:endParaRPr>
          </a:p>
          <a:p>
            <a:endParaRPr lang="en-US" sz="1100" dirty="0">
              <a:latin typeface="Times New Roman"/>
              <a:cs typeface="Times New Roman"/>
            </a:endParaRPr>
          </a:p>
          <a:p>
            <a:r>
              <a:rPr lang="en-US" sz="1100" dirty="0">
                <a:latin typeface="Times New Roman"/>
                <a:cs typeface="Times New Roman"/>
              </a:rPr>
              <a:t>Vermont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CB06069-CCF6-CF26-8379-D83A2447881D}"/>
                  </a:ext>
                </a:extLst>
              </p14:cNvPr>
              <p14:cNvContentPartPr/>
              <p14:nvPr/>
            </p14:nvContentPartPr>
            <p14:xfrm>
              <a:off x="1001758" y="6267801"/>
              <a:ext cx="1273716" cy="38821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CB06069-CCF6-CF26-8379-D83A244788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3763" y="6250349"/>
                <a:ext cx="1309347" cy="7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CF972D2-D5BE-D8AB-FC1A-E89093CC053D}"/>
                  </a:ext>
                </a:extLst>
              </p14:cNvPr>
              <p14:cNvContentPartPr/>
              <p14:nvPr/>
            </p14:nvContentPartPr>
            <p14:xfrm>
              <a:off x="1007031" y="6644942"/>
              <a:ext cx="1266388" cy="25515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CF972D2-D5BE-D8AB-FC1A-E89093CC05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9397" y="6627578"/>
                <a:ext cx="1302015" cy="60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29DB6D5-D6F8-6D98-CDCA-076EE82AD189}"/>
                  </a:ext>
                </a:extLst>
              </p14:cNvPr>
              <p14:cNvContentPartPr/>
              <p14:nvPr/>
            </p14:nvContentPartPr>
            <p14:xfrm>
              <a:off x="990545" y="6949367"/>
              <a:ext cx="1277224" cy="40517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29DB6D5-D6F8-6D98-CDCA-076EE82AD18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2551" y="6931596"/>
                <a:ext cx="1312852" cy="757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74AA6F9-2AB5-1B6F-B9F4-42D1F8B0B2A9}"/>
                  </a:ext>
                </a:extLst>
              </p14:cNvPr>
              <p14:cNvContentPartPr/>
              <p14:nvPr/>
            </p14:nvContentPartPr>
            <p14:xfrm>
              <a:off x="997266" y="7366557"/>
              <a:ext cx="1270406" cy="11311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74AA6F9-2AB5-1B6F-B9F4-42D1F8B0B2A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9631" y="7348884"/>
                <a:ext cx="1306035" cy="463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5B9FE92-CAB9-A9F6-C437-11B3B297C093}"/>
                  </a:ext>
                </a:extLst>
              </p14:cNvPr>
              <p14:cNvContentPartPr/>
              <p14:nvPr/>
            </p14:nvContentPartPr>
            <p14:xfrm>
              <a:off x="994036" y="8053581"/>
              <a:ext cx="1272406" cy="22457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5B9FE92-CAB9-A9F6-C437-11B3B297C09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6399" y="8036114"/>
                <a:ext cx="1308041" cy="577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8FF3E62-C3BB-0A93-93C5-8F527009860A}"/>
                  </a:ext>
                </a:extLst>
              </p14:cNvPr>
              <p14:cNvContentPartPr/>
              <p14:nvPr/>
            </p14:nvContentPartPr>
            <p14:xfrm>
              <a:off x="1005954" y="7675110"/>
              <a:ext cx="1277780" cy="44357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8FF3E62-C3BB-0A93-93C5-8F527009860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88317" y="7657224"/>
                <a:ext cx="1313414" cy="797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A5ED069-7BFC-9738-EC10-433D1F90C428}"/>
                  </a:ext>
                </a:extLst>
              </p14:cNvPr>
              <p14:cNvContentPartPr/>
              <p14:nvPr/>
            </p14:nvContentPartPr>
            <p14:xfrm>
              <a:off x="1764959" y="6098401"/>
              <a:ext cx="886880" cy="31062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A5ED069-7BFC-9738-EC10-433D1F90C42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47329" y="6080549"/>
                <a:ext cx="922499" cy="664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9E9F567-7C6A-AFCF-2CC6-50E745D4C8F3}"/>
                  </a:ext>
                </a:extLst>
              </p14:cNvPr>
              <p14:cNvContentPartPr/>
              <p14:nvPr/>
            </p14:nvContentPartPr>
            <p14:xfrm>
              <a:off x="2536899" y="6018051"/>
              <a:ext cx="136756" cy="200311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9E9F567-7C6A-AFCF-2CC6-50E745D4C8F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18952" y="6000429"/>
                <a:ext cx="172291" cy="235914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0389BF39-E4CA-85FD-1BB0-BE74663D9576}"/>
              </a:ext>
            </a:extLst>
          </p:cNvPr>
          <p:cNvSpPr txBox="1"/>
          <p:nvPr/>
        </p:nvSpPr>
        <p:spPr>
          <a:xfrm>
            <a:off x="2677091" y="5901587"/>
            <a:ext cx="114324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Oregon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1671EE6-E171-340A-AB5F-9637FA6BDA09}"/>
                  </a:ext>
                </a:extLst>
              </p14:cNvPr>
              <p14:cNvContentPartPr/>
              <p14:nvPr/>
            </p14:nvContentPartPr>
            <p14:xfrm>
              <a:off x="1751221" y="6469409"/>
              <a:ext cx="801835" cy="200395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1671EE6-E171-340A-AB5F-9637FA6BDA0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33226" y="6451452"/>
                <a:ext cx="837464" cy="2359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B0B3736-29D0-05BE-DACB-313788C015BF}"/>
                  </a:ext>
                </a:extLst>
              </p14:cNvPr>
              <p14:cNvContentPartPr/>
              <p14:nvPr/>
            </p14:nvContentPartPr>
            <p14:xfrm>
              <a:off x="2445806" y="6600913"/>
              <a:ext cx="158161" cy="75327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B0B3736-29D0-05BE-DACB-313788C015B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28193" y="6582978"/>
                <a:ext cx="193747" cy="110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DD15225-45B0-A1B6-E5FC-9B117B3DE72A}"/>
                  </a:ext>
                </a:extLst>
              </p14:cNvPr>
              <p14:cNvContentPartPr/>
              <p14:nvPr/>
            </p14:nvContentPartPr>
            <p14:xfrm>
              <a:off x="1758015" y="6771511"/>
              <a:ext cx="1036747" cy="118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DD15225-45B0-A1B6-E5FC-9B117B3DE72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740022" y="6754129"/>
                <a:ext cx="1072373" cy="46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F515FEA-6443-7D31-5D4B-763C67E3FC01}"/>
                  </a:ext>
                </a:extLst>
              </p14:cNvPr>
              <p14:cNvContentPartPr/>
              <p14:nvPr/>
            </p14:nvContentPartPr>
            <p14:xfrm>
              <a:off x="2737583" y="6686332"/>
              <a:ext cx="134841" cy="129234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F515FEA-6443-7D31-5D4B-763C67E3FC0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19652" y="6668742"/>
                <a:ext cx="170344" cy="164773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01D8102A-2CBE-F771-9B39-9FCB8BEAE032}"/>
              </a:ext>
            </a:extLst>
          </p:cNvPr>
          <p:cNvSpPr txBox="1"/>
          <p:nvPr/>
        </p:nvSpPr>
        <p:spPr>
          <a:xfrm>
            <a:off x="2891436" y="6586801"/>
            <a:ext cx="3955864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latin typeface="Times New Roman"/>
                <a:cs typeface="Times New Roman"/>
              </a:rPr>
              <a:t>Alaska        California        New York          Texas     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D6F5BCB-E9D0-2460-4F2A-7023ADDE9388}"/>
                  </a:ext>
                </a:extLst>
              </p14:cNvPr>
              <p14:cNvContentPartPr/>
              <p14:nvPr/>
            </p14:nvContentPartPr>
            <p14:xfrm>
              <a:off x="3400967" y="6735026"/>
              <a:ext cx="164116" cy="9505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D6F5BCB-E9D0-2460-4F2A-7023ADDE938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83370" y="6259776"/>
                <a:ext cx="199668" cy="950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AB08752-F1B1-3E67-049F-F3B841C53CE0}"/>
                  </a:ext>
                </a:extLst>
              </p14:cNvPr>
              <p14:cNvContentPartPr/>
              <p14:nvPr/>
            </p14:nvContentPartPr>
            <p14:xfrm>
              <a:off x="3517220" y="6657537"/>
              <a:ext cx="78573" cy="13039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AB08752-F1B1-3E67-049F-F3B841C53CE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99281" y="6639936"/>
                <a:ext cx="114092" cy="1659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23FAC10-C84C-B799-C91F-5ABED334A533}"/>
                  </a:ext>
                </a:extLst>
              </p14:cNvPr>
              <p14:cNvContentPartPr/>
              <p14:nvPr/>
            </p14:nvContentPartPr>
            <p14:xfrm>
              <a:off x="4236719" y="6705817"/>
              <a:ext cx="172060" cy="12871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23FAC10-C84C-B799-C91F-5ABED334A53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218759" y="6688424"/>
                <a:ext cx="207621" cy="473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B58469D-33D7-C521-245B-202E0A9D21AD}"/>
                  </a:ext>
                </a:extLst>
              </p14:cNvPr>
              <p14:cNvContentPartPr/>
              <p14:nvPr/>
            </p14:nvContentPartPr>
            <p14:xfrm>
              <a:off x="4357279" y="6627016"/>
              <a:ext cx="62744" cy="123832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B58469D-33D7-C521-245B-202E0A9D21A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339711" y="6609428"/>
                <a:ext cx="98239" cy="1593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FBB2509-C02F-708D-32AE-29C7AD717FE2}"/>
                  </a:ext>
                </a:extLst>
              </p14:cNvPr>
              <p14:cNvContentPartPr/>
              <p14:nvPr/>
            </p14:nvContentPartPr>
            <p14:xfrm>
              <a:off x="5104142" y="6710218"/>
              <a:ext cx="283240" cy="23508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FBB2509-C02F-708D-32AE-29C7AD717FE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086529" y="6692409"/>
                <a:ext cx="318825" cy="58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3C98482-F737-F95E-9DB8-89784494DF29}"/>
                  </a:ext>
                </a:extLst>
              </p14:cNvPr>
              <p14:cNvContentPartPr/>
              <p14:nvPr/>
            </p14:nvContentPartPr>
            <p14:xfrm>
              <a:off x="5248874" y="6618105"/>
              <a:ext cx="139324" cy="173514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3C98482-F737-F95E-9DB8-89784494DF2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230920" y="6600143"/>
                <a:ext cx="174873" cy="2090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F3148F8-B87E-790F-C07D-B105D0D54AB9}"/>
                  </a:ext>
                </a:extLst>
              </p14:cNvPr>
              <p14:cNvContentPartPr/>
              <p14:nvPr/>
            </p14:nvContentPartPr>
            <p14:xfrm>
              <a:off x="1811854" y="7131080"/>
              <a:ext cx="753959" cy="215755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F3148F8-B87E-790F-C07D-B105D0D54AB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93860" y="7113460"/>
                <a:ext cx="789588" cy="2513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C81FBD3-77C0-B860-9AED-129741DE8706}"/>
                  </a:ext>
                </a:extLst>
              </p14:cNvPr>
              <p14:cNvContentPartPr/>
              <p14:nvPr/>
            </p14:nvContentPartPr>
            <p14:xfrm>
              <a:off x="2450781" y="7306897"/>
              <a:ext cx="189459" cy="70304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C81FBD3-77C0-B860-9AED-129741DE870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433165" y="7288962"/>
                <a:ext cx="225050" cy="1058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2364DDB-72DC-18AD-4F35-47802D30A3BF}"/>
                  </a:ext>
                </a:extLst>
              </p14:cNvPr>
              <p14:cNvContentPartPr/>
              <p14:nvPr/>
            </p14:nvContentPartPr>
            <p14:xfrm>
              <a:off x="1961969" y="7527885"/>
              <a:ext cx="584598" cy="232563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2364DDB-72DC-18AD-4F35-47802D30A3B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943981" y="7509913"/>
                <a:ext cx="620214" cy="268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6098A82-03CB-1E5A-68DF-76AB2912F92F}"/>
                  </a:ext>
                </a:extLst>
              </p14:cNvPr>
              <p14:cNvContentPartPr/>
              <p14:nvPr/>
            </p14:nvContentPartPr>
            <p14:xfrm>
              <a:off x="2432328" y="7689761"/>
              <a:ext cx="220890" cy="98448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6098A82-03CB-1E5A-68DF-76AB2912F92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414369" y="7671796"/>
                <a:ext cx="256448" cy="134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202FEEA-5587-623E-DF58-BF518389623B}"/>
                  </a:ext>
                </a:extLst>
              </p14:cNvPr>
              <p14:cNvContentPartPr/>
              <p14:nvPr/>
            </p14:nvContentPartPr>
            <p14:xfrm>
              <a:off x="1732999" y="7875064"/>
              <a:ext cx="1038403" cy="31316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202FEEA-5587-623E-DF58-BF518389623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715362" y="7857627"/>
                <a:ext cx="1074036" cy="665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C767E18-AA70-C9D4-3E42-70ACBDCFCFA8}"/>
                  </a:ext>
                </a:extLst>
              </p14:cNvPr>
              <p14:cNvContentPartPr/>
              <p14:nvPr/>
            </p14:nvContentPartPr>
            <p14:xfrm>
              <a:off x="2715049" y="7763072"/>
              <a:ext cx="87703" cy="206029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C767E18-AA70-C9D4-3E42-70ACBDCFCFA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97150" y="7745094"/>
                <a:ext cx="123142" cy="241626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9F317D19-CA74-E6C9-9B59-FC7F9A77C7EF}"/>
              </a:ext>
            </a:extLst>
          </p:cNvPr>
          <p:cNvSpPr txBox="1"/>
          <p:nvPr/>
        </p:nvSpPr>
        <p:spPr>
          <a:xfrm>
            <a:off x="2882143" y="7695034"/>
            <a:ext cx="38091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Hawaii       Vermont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A9186A1-F8E5-202F-5365-2CECE06106BA}"/>
                  </a:ext>
                </a:extLst>
              </p14:cNvPr>
              <p14:cNvContentPartPr/>
              <p14:nvPr/>
            </p14:nvContentPartPr>
            <p14:xfrm>
              <a:off x="3906302" y="7931121"/>
              <a:ext cx="392596" cy="17503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A9186A1-F8E5-202F-5365-2CECE06106B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888326" y="7913968"/>
                <a:ext cx="428188" cy="521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82CFB03-909B-B556-E138-7484F09FA6C6}"/>
                  </a:ext>
                </a:extLst>
              </p14:cNvPr>
              <p14:cNvContentPartPr/>
              <p14:nvPr/>
            </p14:nvContentPartPr>
            <p14:xfrm>
              <a:off x="4239352" y="7839633"/>
              <a:ext cx="114929" cy="167903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82CFB03-909B-B556-E138-7484F09FA6C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221394" y="7821656"/>
                <a:ext cx="150485" cy="2034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890E9FD-6CE8-46C1-E53E-16C4F910AF08}"/>
                  </a:ext>
                </a:extLst>
              </p14:cNvPr>
              <p14:cNvContentPartPr/>
              <p14:nvPr/>
            </p14:nvContentPartPr>
            <p14:xfrm>
              <a:off x="1813598" y="8336169"/>
              <a:ext cx="969785" cy="10076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890E9FD-6CE8-46C1-E53E-16C4F910AF0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795606" y="8318797"/>
                <a:ext cx="1005410" cy="444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5ED48D2-DC24-03BE-7B2E-841E01E12770}"/>
                  </a:ext>
                </a:extLst>
              </p14:cNvPr>
              <p14:cNvContentPartPr/>
              <p14:nvPr/>
            </p14:nvContentPartPr>
            <p14:xfrm>
              <a:off x="2699804" y="8249731"/>
              <a:ext cx="155180" cy="196225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5ED48D2-DC24-03BE-7B2E-841E01E1277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682203" y="8232121"/>
                <a:ext cx="190742" cy="231804"/>
              </a:xfrm>
              <a:prstGeom prst="rect">
                <a:avLst/>
              </a:prstGeom>
            </p:spPr>
          </p:pic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C56C4DCD-7839-8DDF-40A2-FC4905A0582D}"/>
              </a:ext>
            </a:extLst>
          </p:cNvPr>
          <p:cNvSpPr txBox="1"/>
          <p:nvPr/>
        </p:nvSpPr>
        <p:spPr>
          <a:xfrm>
            <a:off x="2905522" y="8160893"/>
            <a:ext cx="293174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Alaska        California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6AB3F62-6D3E-D95E-7FCB-F6F5A430658B}"/>
                  </a:ext>
                </a:extLst>
              </p14:cNvPr>
              <p14:cNvContentPartPr/>
              <p14:nvPr/>
            </p14:nvContentPartPr>
            <p14:xfrm>
              <a:off x="3901103" y="8411913"/>
              <a:ext cx="372875" cy="9505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6AB3F62-6D3E-D95E-7FCB-F6F5A430658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883484" y="7936663"/>
                <a:ext cx="408473" cy="950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4A536FF-64CF-35A4-F030-AD394C0F10B0}"/>
                  </a:ext>
                </a:extLst>
              </p14:cNvPr>
              <p14:cNvContentPartPr/>
              <p14:nvPr/>
            </p14:nvContentPartPr>
            <p14:xfrm>
              <a:off x="4220826" y="8307260"/>
              <a:ext cx="114034" cy="182041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4A536FF-64CF-35A4-F030-AD394C0F10B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203255" y="8289666"/>
                <a:ext cx="149535" cy="21758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B977FDE-32EA-465E-AADB-9C989EE1C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43910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644F9C34-5703-4C24-9E52-5CCFFBD6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40534"/>
            <a:ext cx="570425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/>
                <a:cs typeface="Times New Roman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/>
                <a:cs typeface="Times New Roman"/>
              </a:rPr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/>
                <a:cs typeface="Times New Roman"/>
              </a:rPr>
              <a:t>4 a.    Which of the following lists the graph nodes in depth first order beginning with E?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/>
                <a:cs typeface="Times New Roman"/>
              </a:rPr>
              <a:t>	A)	E, G, F, C, D, B, 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/>
                <a:cs typeface="Times New Roman"/>
              </a:rPr>
              <a:t>	B)	G, A, E, C, B, F, 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/>
                <a:cs typeface="Times New Roman"/>
              </a:rPr>
              <a:t>	</a:t>
            </a:r>
            <a:r>
              <a:rPr lang="en-US" altLang="en-US" sz="1200" dirty="0">
                <a:highlight>
                  <a:srgbClr val="FFFF00"/>
                </a:highlight>
                <a:latin typeface="Times New Roman"/>
                <a:cs typeface="Times New Roman"/>
              </a:rPr>
              <a:t>C)	E, G, A, D, F, C, 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/>
                <a:cs typeface="Times New Roman"/>
              </a:rPr>
              <a:t>	D)	E, C, F, B, A, D, G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45A182C-00FA-4567-8FE6-CAFB6DBCF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800600"/>
            <a:ext cx="5715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/>
                <a:cs typeface="Times New Roman"/>
              </a:rPr>
              <a:t>4 b.    Which of the following lists the graph nodes in breadth first order beginning at F?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/>
                <a:cs typeface="Times New Roman"/>
              </a:rPr>
              <a:t>	</a:t>
            </a:r>
            <a:r>
              <a:rPr lang="en-US" altLang="en-US" sz="1200" dirty="0">
                <a:highlight>
                  <a:srgbClr val="FFFF00"/>
                </a:highlight>
                <a:latin typeface="Times New Roman"/>
                <a:cs typeface="Times New Roman"/>
              </a:rPr>
              <a:t>A)  F, C, D, A, B, E, 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/>
                <a:cs typeface="Times New Roman"/>
              </a:rPr>
              <a:t>	B)  F, D, C, A, B, C, 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/>
                <a:cs typeface="Times New Roman"/>
              </a:rPr>
              <a:t>	C)  F, C, D, B, G, A, 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latin typeface="Times New Roman"/>
                <a:cs typeface="Times New Roman"/>
              </a:rPr>
              <a:t>	D)  a, b, and c are all breadth first traversals </a:t>
            </a:r>
          </a:p>
        </p:txBody>
      </p:sp>
    </p:spTree>
    <p:extLst>
      <p:ext uri="{BB962C8B-B14F-4D97-AF65-F5344CB8AC3E}">
        <p14:creationId xmlns:p14="http://schemas.microsoft.com/office/powerpoint/2010/main" val="284533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9_633b">
            <a:extLst>
              <a:ext uri="{FF2B5EF4-FFF2-40B4-BE49-F238E27FC236}">
                <a16:creationId xmlns:a16="http://schemas.microsoft.com/office/drawing/2014/main" id="{31561808-D3EA-42DE-AACF-7FE716DB2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4648200" cy="28559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Text Box 5">
            <a:extLst>
              <a:ext uri="{FF2B5EF4-FFF2-40B4-BE49-F238E27FC236}">
                <a16:creationId xmlns:a16="http://schemas.microsoft.com/office/drawing/2014/main" id="{6A9A4ED3-BE14-4EA7-88B6-70C20075B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62400"/>
            <a:ext cx="3911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5.  Find the shortest </a:t>
            </a:r>
            <a:r>
              <a:rPr lang="en-US" altLang="en-US" sz="1200" u="sng"/>
              <a:t>distance</a:t>
            </a:r>
            <a:r>
              <a:rPr lang="en-US" altLang="en-US" sz="1200"/>
              <a:t> from Atlanta to every other city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F18272-9E90-24FB-3C4B-6AA4F392369D}"/>
              </a:ext>
            </a:extLst>
          </p:cNvPr>
          <p:cNvSpPr txBox="1"/>
          <p:nvPr/>
        </p:nvSpPr>
        <p:spPr>
          <a:xfrm>
            <a:off x="751723" y="4242038"/>
            <a:ext cx="574170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Atlanta             Washington      600    </a:t>
            </a:r>
          </a:p>
          <a:p>
            <a:r>
              <a:rPr lang="en-US" dirty="0">
                <a:latin typeface="Times New Roman"/>
                <a:cs typeface="Times New Roman"/>
              </a:rPr>
              <a:t>Atlanta             Houston            800</a:t>
            </a:r>
          </a:p>
          <a:p>
            <a:r>
              <a:rPr lang="en-US" dirty="0">
                <a:latin typeface="Times New Roman"/>
                <a:cs typeface="Times New Roman"/>
              </a:rPr>
              <a:t>Atlanta             Dallas               1900</a:t>
            </a:r>
            <a:endParaRPr lang="en-US" dirty="0"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Atlanta             Denver              2680</a:t>
            </a:r>
          </a:p>
          <a:p>
            <a:r>
              <a:rPr lang="en-US" dirty="0">
                <a:latin typeface="Times New Roman"/>
                <a:cs typeface="Times New Roman"/>
              </a:rPr>
              <a:t>Atlanta             Chicago             2800</a:t>
            </a:r>
          </a:p>
          <a:p>
            <a:r>
              <a:rPr lang="en-US" dirty="0">
                <a:latin typeface="Times New Roman"/>
                <a:cs typeface="Times New Roman"/>
              </a:rPr>
              <a:t>Atlanta             Austin                2100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EC5947D-E8F1-15C5-EBE5-6DFB754A8328}"/>
                  </a:ext>
                </a:extLst>
              </p14:cNvPr>
              <p14:cNvContentPartPr/>
              <p14:nvPr/>
            </p14:nvContentPartPr>
            <p14:xfrm>
              <a:off x="1875048" y="4467034"/>
              <a:ext cx="614473" cy="21242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EC5947D-E8F1-15C5-EBE5-6DFB754A83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7060" y="4449686"/>
                <a:ext cx="650089" cy="562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3672F7-0F7C-695B-A801-5A33F7693B29}"/>
                  </a:ext>
                </a:extLst>
              </p14:cNvPr>
              <p14:cNvContentPartPr/>
              <p14:nvPr/>
            </p14:nvContentPartPr>
            <p14:xfrm>
              <a:off x="2454420" y="4380692"/>
              <a:ext cx="124245" cy="141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3672F7-0F7C-695B-A801-5A33F7693B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36825" y="4362723"/>
                <a:ext cx="159795" cy="1768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7D8A2EB-76B4-D73F-7419-7AB721E78EE1}"/>
                  </a:ext>
                </a:extLst>
              </p14:cNvPr>
              <p14:cNvContentPartPr/>
              <p14:nvPr/>
            </p14:nvContentPartPr>
            <p14:xfrm>
              <a:off x="1873266" y="4838608"/>
              <a:ext cx="697137" cy="15436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7D8A2EB-76B4-D73F-7419-7AB721E78EE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55271" y="4821067"/>
                <a:ext cx="732768" cy="501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7B4CCF4-2C1F-B2EC-05D0-024ED14C27E3}"/>
                  </a:ext>
                </a:extLst>
              </p14:cNvPr>
              <p14:cNvContentPartPr/>
              <p14:nvPr/>
            </p14:nvContentPartPr>
            <p14:xfrm>
              <a:off x="2489842" y="4756571"/>
              <a:ext cx="124346" cy="156359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7B4CCF4-2C1F-B2EC-05D0-024ED14C27E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71873" y="4738958"/>
                <a:ext cx="159925" cy="1919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B9FE84-4C71-2CC6-6D12-37BB1677C667}"/>
                  </a:ext>
                </a:extLst>
              </p14:cNvPr>
              <p14:cNvContentPartPr/>
              <p14:nvPr/>
            </p14:nvContentPartPr>
            <p14:xfrm>
              <a:off x="1827825" y="5211669"/>
              <a:ext cx="744587" cy="9505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CB9FE84-4C71-2CC6-6D12-37BB1677C66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10191" y="5159920"/>
                <a:ext cx="780215" cy="1140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36D81C7-B9C5-2B62-DB78-A9BEA058C67F}"/>
                  </a:ext>
                </a:extLst>
              </p14:cNvPr>
              <p14:cNvContentPartPr/>
              <p14:nvPr/>
            </p14:nvContentPartPr>
            <p14:xfrm>
              <a:off x="2496582" y="5086617"/>
              <a:ext cx="144397" cy="192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36D81C7-B9C5-2B62-DB78-A9BEA058C67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78622" y="5068666"/>
                <a:ext cx="179957" cy="2279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38FAFAF-BE83-4575-1295-C2ECCF8CB422}"/>
                  </a:ext>
                </a:extLst>
              </p14:cNvPr>
              <p14:cNvContentPartPr/>
              <p14:nvPr/>
            </p14:nvContentPartPr>
            <p14:xfrm>
              <a:off x="1799006" y="5537752"/>
              <a:ext cx="810985" cy="9505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38FAFAF-BE83-4575-1295-C2ECCF8CB42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81016" y="5516150"/>
                <a:ext cx="846605" cy="522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397D420-C6BC-D625-FC61-C39CE93BB5B5}"/>
                  </a:ext>
                </a:extLst>
              </p14:cNvPr>
              <p14:cNvContentPartPr/>
              <p14:nvPr/>
            </p14:nvContentPartPr>
            <p14:xfrm>
              <a:off x="2511674" y="5430549"/>
              <a:ext cx="125597" cy="209702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397D420-C6BC-D625-FC61-C39CE93BB5B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493732" y="5412954"/>
                <a:ext cx="161123" cy="2452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F1A894D-3F46-7395-5FBF-A07CCD82AD8D}"/>
                  </a:ext>
                </a:extLst>
              </p14:cNvPr>
              <p14:cNvContentPartPr/>
              <p14:nvPr/>
            </p14:nvContentPartPr>
            <p14:xfrm>
              <a:off x="1790206" y="5927048"/>
              <a:ext cx="827541" cy="24254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F1A894D-3F46-7395-5FBF-A07CCD82AD8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772576" y="5909571"/>
                <a:ext cx="863161" cy="595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0E03D48-B1AA-BD83-7EE7-D5605143782C}"/>
                  </a:ext>
                </a:extLst>
              </p14:cNvPr>
              <p14:cNvContentPartPr/>
              <p14:nvPr/>
            </p14:nvContentPartPr>
            <p14:xfrm>
              <a:off x="2534759" y="5848927"/>
              <a:ext cx="106307" cy="179212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0E03D48-B1AA-BD83-7EE7-D5605143782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517161" y="5830970"/>
                <a:ext cx="141862" cy="2147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605226C-E444-74C4-DBC5-D44392155364}"/>
                  </a:ext>
                </a:extLst>
              </p14:cNvPr>
              <p14:cNvContentPartPr/>
              <p14:nvPr/>
            </p14:nvContentPartPr>
            <p14:xfrm>
              <a:off x="1767224" y="6272753"/>
              <a:ext cx="880140" cy="39551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605226C-E444-74C4-DBC5-D4439215536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749233" y="6254937"/>
                <a:ext cx="915763" cy="748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C5C43D3-C8D2-9007-3B9A-1FDF25D7E033}"/>
                  </a:ext>
                </a:extLst>
              </p14:cNvPr>
              <p14:cNvContentPartPr/>
              <p14:nvPr/>
            </p14:nvContentPartPr>
            <p14:xfrm>
              <a:off x="2545425" y="6175556"/>
              <a:ext cx="151530" cy="196938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C5C43D3-C8D2-9007-3B9A-1FDF25D7E03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527471" y="6157947"/>
                <a:ext cx="187079" cy="23251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5">
            <a:extLst>
              <a:ext uri="{FF2B5EF4-FFF2-40B4-BE49-F238E27FC236}">
                <a16:creationId xmlns:a16="http://schemas.microsoft.com/office/drawing/2014/main" id="{173F8752-B146-46CD-B46E-CFF49491B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9600"/>
            <a:ext cx="494244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/>
              <a:t>6.  Find the minimal spanning tree using Prim’s algorithm.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/>
              <a:t>	0 as the source vertex .  Show the steps.</a:t>
            </a:r>
          </a:p>
        </p:txBody>
      </p:sp>
      <p:pic>
        <p:nvPicPr>
          <p:cNvPr id="2051" name="Picture 5">
            <a:extLst>
              <a:ext uri="{FF2B5EF4-FFF2-40B4-BE49-F238E27FC236}">
                <a16:creationId xmlns:a16="http://schemas.microsoft.com/office/drawing/2014/main" id="{46AC5A2B-1B00-4434-8F50-20AAD41C6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530FA5-1CC8-5E9B-3ECF-B8990E93D4FB}"/>
              </a:ext>
            </a:extLst>
          </p:cNvPr>
          <p:cNvSpPr txBox="1"/>
          <p:nvPr/>
        </p:nvSpPr>
        <p:spPr>
          <a:xfrm>
            <a:off x="3342406" y="1712121"/>
            <a:ext cx="350036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Times New Roman"/>
                <a:cs typeface="Times New Roman"/>
              </a:rPr>
              <a:t>V = {0} E = O</a:t>
            </a:r>
          </a:p>
          <a:p>
            <a:r>
              <a:rPr lang="en-US" sz="1200" dirty="0">
                <a:latin typeface="Times New Roman"/>
                <a:cs typeface="Times New Roman"/>
              </a:rPr>
              <a:t>V= {0,2} E = {(0,2)}</a:t>
            </a:r>
            <a:endParaRPr lang="en-US" sz="1200">
              <a:cs typeface="Times New Roman"/>
            </a:endParaRPr>
          </a:p>
          <a:p>
            <a:r>
              <a:rPr lang="en-US" sz="1200" dirty="0">
                <a:latin typeface="Times New Roman"/>
                <a:cs typeface="Times New Roman"/>
              </a:rPr>
              <a:t>V= {0,2,5} E = {(0,2),(2,5)}</a:t>
            </a:r>
          </a:p>
          <a:p>
            <a:r>
              <a:rPr lang="en-US" sz="1200" dirty="0">
                <a:latin typeface="Times New Roman"/>
                <a:cs typeface="Times New Roman"/>
              </a:rPr>
              <a:t>V= {0,2,5,1} E = {(0,2),(2,5),(5,1)}</a:t>
            </a:r>
          </a:p>
          <a:p>
            <a:r>
              <a:rPr lang="en-US" sz="1200" dirty="0">
                <a:latin typeface="Times New Roman"/>
                <a:cs typeface="Times New Roman"/>
              </a:rPr>
              <a:t>V = {0,2,5,1,4} E = {(0,2),(2,5),(5,1),(5,4)} </a:t>
            </a:r>
          </a:p>
          <a:p>
            <a:r>
              <a:rPr lang="en-US" sz="1200" dirty="0">
                <a:latin typeface="Times New Roman"/>
                <a:cs typeface="Times New Roman"/>
              </a:rPr>
              <a:t>V= {0,2,5,1,4,3} E = {(0,2),(2,5),(5,1),(5,4), (1,3)}</a:t>
            </a:r>
            <a:endParaRPr lang="en-US" sz="1200" dirty="0"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4198C5-A2F3-3174-6939-863D82D0EC6C}"/>
                  </a:ext>
                </a:extLst>
              </p14:cNvPr>
              <p14:cNvContentPartPr/>
              <p14:nvPr/>
            </p14:nvContentPartPr>
            <p14:xfrm>
              <a:off x="4214348" y="1792886"/>
              <a:ext cx="141484" cy="155894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4198C5-A2F3-3174-6939-863D82D0EC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96393" y="1775285"/>
                <a:ext cx="177035" cy="191455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A51AA08-D56B-5A84-F05F-56AA0F21E74A}"/>
              </a:ext>
            </a:extLst>
          </p:cNvPr>
          <p:cNvSpPr txBox="1"/>
          <p:nvPr/>
        </p:nvSpPr>
        <p:spPr>
          <a:xfrm>
            <a:off x="2244780" y="4232744"/>
            <a:ext cx="4565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Times New Roman"/>
              </a:rPr>
              <a:t>0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39E7C3-D32D-95F6-0000-8CA1727C5046}"/>
              </a:ext>
            </a:extLst>
          </p:cNvPr>
          <p:cNvSpPr txBox="1"/>
          <p:nvPr/>
        </p:nvSpPr>
        <p:spPr>
          <a:xfrm>
            <a:off x="2235269" y="6154124"/>
            <a:ext cx="52314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2</a:t>
            </a:r>
            <a:endParaRPr lang="en-US" dirty="0">
              <a:latin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D8581-2D7C-B10E-19B5-3EE3D9D7D29C}"/>
              </a:ext>
            </a:extLst>
          </p:cNvPr>
          <p:cNvSpPr txBox="1"/>
          <p:nvPr/>
        </p:nvSpPr>
        <p:spPr>
          <a:xfrm>
            <a:off x="4946127" y="4261279"/>
            <a:ext cx="57070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Times New Roman"/>
              </a:rPr>
              <a:t>1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5F7A2-6C4D-61FD-30C6-429616A31C6D}"/>
              </a:ext>
            </a:extLst>
          </p:cNvPr>
          <p:cNvSpPr txBox="1"/>
          <p:nvPr/>
        </p:nvSpPr>
        <p:spPr>
          <a:xfrm>
            <a:off x="3481313" y="5393182"/>
            <a:ext cx="58973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Times New Roman"/>
              </a:rPr>
              <a:t>5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519FC5-383D-273C-23DD-4C05D3D67044}"/>
              </a:ext>
            </a:extLst>
          </p:cNvPr>
          <p:cNvSpPr txBox="1"/>
          <p:nvPr/>
        </p:nvSpPr>
        <p:spPr>
          <a:xfrm>
            <a:off x="3444217" y="6153978"/>
            <a:ext cx="67533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Times New Roman"/>
              </a:rPr>
              <a:t>4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D7833C-D614-1B87-29DB-6270FA674DC3}"/>
              </a:ext>
            </a:extLst>
          </p:cNvPr>
          <p:cNvSpPr txBox="1"/>
          <p:nvPr/>
        </p:nvSpPr>
        <p:spPr>
          <a:xfrm>
            <a:off x="4947298" y="6153758"/>
            <a:ext cx="7989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Times New Roman"/>
              </a:rPr>
              <a:t>3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9D8AFB6-F723-2F3B-1544-CFBC7A917F6C}"/>
                  </a:ext>
                </a:extLst>
              </p14:cNvPr>
              <p14:cNvContentPartPr/>
              <p14:nvPr/>
            </p14:nvContentPartPr>
            <p14:xfrm>
              <a:off x="2207288" y="6185581"/>
              <a:ext cx="358404" cy="427335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9D8AFB6-F723-2F3B-1544-CFBC7A917F6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89673" y="6167955"/>
                <a:ext cx="393993" cy="4629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8301333-262E-334A-9E51-59A41BF67664}"/>
                  </a:ext>
                </a:extLst>
              </p14:cNvPr>
              <p14:cNvContentPartPr/>
              <p14:nvPr/>
            </p14:nvContentPartPr>
            <p14:xfrm>
              <a:off x="2218666" y="4265653"/>
              <a:ext cx="378054" cy="1932737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8301333-262E-334A-9E51-59A41BF6766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01040" y="4247657"/>
                <a:ext cx="413665" cy="19683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732EB13-8F93-8298-D0E3-4E521DEE554F}"/>
                  </a:ext>
                </a:extLst>
              </p14:cNvPr>
              <p14:cNvContentPartPr/>
              <p14:nvPr/>
            </p14:nvContentPartPr>
            <p14:xfrm>
              <a:off x="2568185" y="5796014"/>
              <a:ext cx="850123" cy="472143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732EB13-8F93-8298-D0E3-4E521DEE554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50549" y="5778034"/>
                <a:ext cx="885755" cy="5077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D95C3AF-273D-4A4A-130C-D173DEAE1264}"/>
                  </a:ext>
                </a:extLst>
              </p14:cNvPr>
              <p14:cNvContentPartPr/>
              <p14:nvPr/>
            </p14:nvContentPartPr>
            <p14:xfrm>
              <a:off x="3419828" y="5363634"/>
              <a:ext cx="502455" cy="542003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D95C3AF-273D-4A4A-130C-D173DEAE126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01845" y="5346011"/>
                <a:ext cx="538062" cy="5776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D560280-20A3-1CCC-513C-772375FBAD5C}"/>
                  </a:ext>
                </a:extLst>
              </p14:cNvPr>
              <p14:cNvContentPartPr/>
              <p14:nvPr/>
            </p14:nvContentPartPr>
            <p14:xfrm>
              <a:off x="3449266" y="5904324"/>
              <a:ext cx="386670" cy="767291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D560280-20A3-1CCC-513C-772375FBAD5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31281" y="5886689"/>
                <a:ext cx="422280" cy="8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6E8D6DE-A50D-7451-72B0-8D9B20D95DBB}"/>
                  </a:ext>
                </a:extLst>
              </p14:cNvPr>
              <p14:cNvContentPartPr/>
              <p14:nvPr/>
            </p14:nvContentPartPr>
            <p14:xfrm>
              <a:off x="3901252" y="4749939"/>
              <a:ext cx="1040902" cy="698877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6E8D6DE-A50D-7451-72B0-8D9B20D95DB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83256" y="4731945"/>
                <a:ext cx="1076535" cy="7345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2059EC6-AC41-2A5E-0055-FDC2C40A14B2}"/>
                  </a:ext>
                </a:extLst>
              </p14:cNvPr>
              <p14:cNvContentPartPr/>
              <p14:nvPr/>
            </p14:nvContentPartPr>
            <p14:xfrm>
              <a:off x="4912948" y="4240554"/>
              <a:ext cx="439883" cy="507625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2059EC6-AC41-2A5E-0055-FDC2C40A14B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894964" y="4222566"/>
                <a:ext cx="475491" cy="5432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83415D2-F211-00CA-12A9-B3579475899F}"/>
                  </a:ext>
                </a:extLst>
              </p14:cNvPr>
              <p14:cNvContentPartPr/>
              <p14:nvPr/>
            </p14:nvContentPartPr>
            <p14:xfrm>
              <a:off x="4909237" y="4712573"/>
              <a:ext cx="463409" cy="1921748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83415D2-F211-00CA-12A9-B3579475899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891248" y="4694576"/>
                <a:ext cx="499028" cy="1957383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A67FD83-C4FF-CA81-E097-4DACD165B91A}"/>
              </a:ext>
            </a:extLst>
          </p:cNvPr>
          <p:cNvSpPr txBox="1"/>
          <p:nvPr/>
        </p:nvSpPr>
        <p:spPr>
          <a:xfrm>
            <a:off x="4698822" y="5364646"/>
            <a:ext cx="3138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5</a:t>
            </a:r>
            <a:endParaRPr lang="en-US" dirty="0">
              <a:latin typeface="Times New Roman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E8F3F3-554C-1B27-B999-86B55CE6B4B5}"/>
              </a:ext>
            </a:extLst>
          </p:cNvPr>
          <p:cNvSpPr txBox="1"/>
          <p:nvPr/>
        </p:nvSpPr>
        <p:spPr>
          <a:xfrm>
            <a:off x="3975926" y="4803450"/>
            <a:ext cx="42803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2</a:t>
            </a:r>
            <a:endParaRPr lang="en-US" dirty="0">
              <a:latin typeface="Times New Rom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C6075-7327-78A3-776D-B1AAD02A896B}"/>
              </a:ext>
            </a:extLst>
          </p:cNvPr>
          <p:cNvSpPr txBox="1"/>
          <p:nvPr/>
        </p:nvSpPr>
        <p:spPr>
          <a:xfrm>
            <a:off x="2705480" y="5672865"/>
            <a:ext cx="21877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Times New Roman"/>
              </a:rPr>
              <a:t>1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246B28-C21C-2C9B-40E9-908B018F8959}"/>
              </a:ext>
            </a:extLst>
          </p:cNvPr>
          <p:cNvSpPr txBox="1"/>
          <p:nvPr/>
        </p:nvSpPr>
        <p:spPr>
          <a:xfrm>
            <a:off x="2558670" y="5107828"/>
            <a:ext cx="3138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Times New Roman"/>
              </a:rPr>
              <a:t>3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A0FEC983-7F63-ECB7-7F3C-1ED56671503F}"/>
                  </a:ext>
                </a:extLst>
              </p14:cNvPr>
              <p14:cNvContentPartPr/>
              <p14:nvPr/>
            </p14:nvContentPartPr>
            <p14:xfrm>
              <a:off x="3168831" y="4847279"/>
              <a:ext cx="9505" cy="9505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A0FEC983-7F63-ECB7-7F3C-1ED56671503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693581" y="4372029"/>
                <a:ext cx="950500" cy="95050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2A7D4FB6-FC75-0FEF-671E-2BB121DC6CEB}"/>
              </a:ext>
            </a:extLst>
          </p:cNvPr>
          <p:cNvSpPr txBox="1"/>
          <p:nvPr/>
        </p:nvSpPr>
        <p:spPr>
          <a:xfrm>
            <a:off x="3675903" y="5849089"/>
            <a:ext cx="3138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Times New Roman"/>
              </a:rPr>
              <a:t>3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7E6D5E8-9038-CE0F-9D1C-0C4F4C0452FA}"/>
                  </a:ext>
                </a:extLst>
              </p14:cNvPr>
              <p14:cNvContentPartPr/>
              <p14:nvPr/>
            </p14:nvContentPartPr>
            <p14:xfrm>
              <a:off x="4266273" y="6079798"/>
              <a:ext cx="9505" cy="9505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7E6D5E8-9038-CE0F-9D1C-0C4F4C0452F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791023" y="5604548"/>
                <a:ext cx="950500" cy="9505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>
            <a:extLst>
              <a:ext uri="{FF2B5EF4-FFF2-40B4-BE49-F238E27FC236}">
                <a16:creationId xmlns:a16="http://schemas.microsoft.com/office/drawing/2014/main" id="{00A92C8E-6175-4482-94F6-9AEE58F15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6348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800"/>
              <a:t>7.  Find the minimal spanning tree using Kruskal’s algorithm.</a:t>
            </a:r>
          </a:p>
          <a:p>
            <a:pPr eaLnBrk="1" hangingPunct="1">
              <a:defRPr/>
            </a:pPr>
            <a:r>
              <a:rPr lang="en-US" sz="1800"/>
              <a:t>Show the weights in order and the steps.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E71DD7EA-C580-43B3-BC05-FA24AC85E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4800600"/>
            <a:ext cx="2571750" cy="285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6" name="Rectangle 5">
            <a:extLst>
              <a:ext uri="{FF2B5EF4-FFF2-40B4-BE49-F238E27FC236}">
                <a16:creationId xmlns:a16="http://schemas.microsoft.com/office/drawing/2014/main" id="{5A054E60-1451-4BFE-A023-A4DF0B7F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3200"/>
            <a:ext cx="2228850" cy="2171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7" name="Rectangle 6">
            <a:extLst>
              <a:ext uri="{FF2B5EF4-FFF2-40B4-BE49-F238E27FC236}">
                <a16:creationId xmlns:a16="http://schemas.microsoft.com/office/drawing/2014/main" id="{D4108B9B-143E-4D5F-B2C5-7B979A64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2743200"/>
            <a:ext cx="2114550" cy="2000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8" name="Rectangle 7">
            <a:extLst>
              <a:ext uri="{FF2B5EF4-FFF2-40B4-BE49-F238E27FC236}">
                <a16:creationId xmlns:a16="http://schemas.microsoft.com/office/drawing/2014/main" id="{2C2C5CBD-8904-410A-901D-4499337BD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572000"/>
            <a:ext cx="24003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9" name="Rectangle 8">
            <a:extLst>
              <a:ext uri="{FF2B5EF4-FFF2-40B4-BE49-F238E27FC236}">
                <a16:creationId xmlns:a16="http://schemas.microsoft.com/office/drawing/2014/main" id="{4FDBE91F-B50C-4798-9349-2A662252E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2743200"/>
            <a:ext cx="2343150" cy="171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080" name="Picture 5">
            <a:extLst>
              <a:ext uri="{FF2B5EF4-FFF2-40B4-BE49-F238E27FC236}">
                <a16:creationId xmlns:a16="http://schemas.microsoft.com/office/drawing/2014/main" id="{C44D3F9C-B06C-4D17-8564-DC283D6A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928B43-F006-C7E0-CA55-13C94FF5B55E}"/>
              </a:ext>
            </a:extLst>
          </p:cNvPr>
          <p:cNvSpPr txBox="1"/>
          <p:nvPr/>
        </p:nvSpPr>
        <p:spPr>
          <a:xfrm>
            <a:off x="3804713" y="1731145"/>
            <a:ext cx="2644276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Times New Roman"/>
                <a:cs typeface="Times New Roman"/>
              </a:rPr>
              <a:t>(2–5) weight </a:t>
            </a:r>
            <a:r>
              <a:rPr lang="en-US" sz="1400" b="1" dirty="0">
                <a:latin typeface="Times New Roman"/>
                <a:cs typeface="Times New Roman"/>
              </a:rPr>
              <a:t>1 (add)</a:t>
            </a:r>
            <a:endParaRPr lang="en-US" sz="1400" dirty="0">
              <a:latin typeface="Times New Roman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/>
                <a:cs typeface="Times New Roman"/>
              </a:rPr>
              <a:t>(5–1) weight </a:t>
            </a:r>
            <a:r>
              <a:rPr lang="en-US" sz="1400" b="1" dirty="0">
                <a:latin typeface="Times New Roman"/>
                <a:cs typeface="Times New Roman"/>
              </a:rPr>
              <a:t>2 (add)</a:t>
            </a:r>
            <a:endParaRPr lang="en-US" sz="1400" dirty="0">
              <a:latin typeface="Times New Roman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/>
                <a:cs typeface="Times New Roman"/>
              </a:rPr>
              <a:t>(0–2) weight </a:t>
            </a:r>
            <a:r>
              <a:rPr lang="en-US" sz="1400" b="1" dirty="0">
                <a:latin typeface="Times New Roman"/>
                <a:cs typeface="Times New Roman"/>
              </a:rPr>
              <a:t>3 (add)</a:t>
            </a:r>
            <a:endParaRPr lang="en-US" sz="1400" dirty="0">
              <a:latin typeface="Times New Roman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/>
                <a:cs typeface="Times New Roman"/>
              </a:rPr>
              <a:t>(5–4) weight </a:t>
            </a:r>
            <a:r>
              <a:rPr lang="en-US" sz="1400" b="1" dirty="0">
                <a:latin typeface="Times New Roman"/>
                <a:cs typeface="Times New Roman"/>
              </a:rPr>
              <a:t>3 (add)</a:t>
            </a:r>
            <a:endParaRPr lang="en-US" sz="1400" dirty="0">
              <a:latin typeface="Times New Roman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/>
                <a:cs typeface="Times New Roman"/>
              </a:rPr>
              <a:t>(1–3) weight </a:t>
            </a:r>
            <a:r>
              <a:rPr lang="en-US" sz="1400" b="1" dirty="0">
                <a:latin typeface="Times New Roman"/>
                <a:cs typeface="Times New Roman"/>
              </a:rPr>
              <a:t>5 (add)</a:t>
            </a:r>
            <a:endParaRPr lang="en-US" sz="1400" dirty="0">
              <a:latin typeface="Times New Roman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/>
                <a:cs typeface="Times New Roman"/>
              </a:rPr>
              <a:t>(3–4) weight </a:t>
            </a:r>
            <a:r>
              <a:rPr lang="en-US" sz="1400" b="1" dirty="0">
                <a:latin typeface="Times New Roman"/>
                <a:cs typeface="Times New Roman"/>
              </a:rPr>
              <a:t>6 </a:t>
            </a:r>
            <a:endParaRPr lang="en-US" sz="1400" dirty="0">
              <a:latin typeface="Times New Roman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/>
                <a:cs typeface="Times New Roman"/>
              </a:rPr>
              <a:t>(0–1) weight </a:t>
            </a:r>
            <a:r>
              <a:rPr lang="en-US" sz="1400" b="1" dirty="0">
                <a:latin typeface="Times New Roman"/>
                <a:cs typeface="Times New Roman"/>
              </a:rPr>
              <a:t>7</a:t>
            </a:r>
            <a:endParaRPr lang="en-US" sz="1400" dirty="0">
              <a:latin typeface="Times New Roman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/>
                <a:cs typeface="Times New Roman"/>
              </a:rPr>
              <a:t>(2–4) weight </a:t>
            </a:r>
            <a:r>
              <a:rPr lang="en-US" sz="1400" b="1" dirty="0">
                <a:latin typeface="Times New Roman"/>
                <a:cs typeface="Times New Roman"/>
              </a:rPr>
              <a:t>8 </a:t>
            </a:r>
            <a:endParaRPr lang="en-US" sz="1400" dirty="0">
              <a:latin typeface="Times New Roman"/>
              <a:cs typeface="Times New Roman" panose="02020603050405020304" pitchFamily="18" charset="0"/>
            </a:endParaRPr>
          </a:p>
          <a:p>
            <a:pPr algn="l"/>
            <a:endParaRPr lang="en-US" dirty="0"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E4F6B9-2E27-8CC0-AE93-268F6EDDC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213" y="4362734"/>
            <a:ext cx="3646927" cy="25266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08">
            <a:extLst>
              <a:ext uri="{FF2B5EF4-FFF2-40B4-BE49-F238E27FC236}">
                <a16:creationId xmlns:a16="http://schemas.microsoft.com/office/drawing/2014/main" id="{8C139698-8935-4237-9D08-07DB6B3B1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5715000" cy="3564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5">
            <a:extLst>
              <a:ext uri="{FF2B5EF4-FFF2-40B4-BE49-F238E27FC236}">
                <a16:creationId xmlns:a16="http://schemas.microsoft.com/office/drawing/2014/main" id="{8D0E32BB-9F2D-4736-AA1F-A3FD6F87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552273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/>
              <a:t>8.  Find the minimal spanning tree using the algorithm you prefer.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/>
              <a:t>	Minneapolis/St. Paul as the source vertex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630A1-EEE0-DBFB-D75F-2F97AAF207F0}"/>
              </a:ext>
            </a:extLst>
          </p:cNvPr>
          <p:cNvSpPr txBox="1"/>
          <p:nvPr/>
        </p:nvSpPr>
        <p:spPr>
          <a:xfrm>
            <a:off x="760358" y="5091403"/>
            <a:ext cx="3083439" cy="21852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Times New Roman"/>
                <a:cs typeface="Times New Roman"/>
              </a:rPr>
              <a:t>Madison — Milwaukee : </a:t>
            </a:r>
            <a:r>
              <a:rPr lang="en-US" sz="1400" b="1" dirty="0">
                <a:latin typeface="Times New Roman"/>
                <a:cs typeface="Times New Roman"/>
              </a:rPr>
              <a:t>80 (add)</a:t>
            </a:r>
            <a:endParaRPr lang="en-US" sz="1400" dirty="0"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/>
                <a:cs typeface="Times New Roman"/>
              </a:rPr>
              <a:t>Milwaukee — Chicago : </a:t>
            </a:r>
            <a:r>
              <a:rPr lang="en-US" sz="1400" b="1" dirty="0">
                <a:latin typeface="Times New Roman"/>
                <a:cs typeface="Times New Roman"/>
              </a:rPr>
              <a:t>95 (add)</a:t>
            </a:r>
            <a:endParaRPr lang="en-US" sz="1400" dirty="0"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/>
                <a:cs typeface="Times New Roman"/>
              </a:rPr>
              <a:t>Madison — Chicago : </a:t>
            </a:r>
            <a:r>
              <a:rPr lang="en-US" sz="1400" b="1" dirty="0">
                <a:latin typeface="Times New Roman"/>
                <a:cs typeface="Times New Roman"/>
              </a:rPr>
              <a:t>150 (add)</a:t>
            </a:r>
            <a:endParaRPr lang="en-US" sz="1400" dirty="0"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/>
                <a:cs typeface="Times New Roman"/>
              </a:rPr>
              <a:t>Minneapolis — Des Moines : </a:t>
            </a:r>
            <a:r>
              <a:rPr lang="en-US" sz="1400" b="1" dirty="0">
                <a:latin typeface="Times New Roman"/>
                <a:cs typeface="Times New Roman"/>
              </a:rPr>
              <a:t>235 (add)</a:t>
            </a:r>
            <a:endParaRPr lang="en-US" sz="1400" dirty="0"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/>
                <a:cs typeface="Times New Roman"/>
              </a:rPr>
              <a:t>Minneapolis — Madison : </a:t>
            </a:r>
            <a:r>
              <a:rPr lang="en-US" sz="1400" b="1" dirty="0">
                <a:latin typeface="Times New Roman"/>
                <a:cs typeface="Times New Roman"/>
              </a:rPr>
              <a:t>270 (add)</a:t>
            </a:r>
            <a:endParaRPr lang="en-US" sz="1400" dirty="0"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/>
                <a:cs typeface="Times New Roman"/>
              </a:rPr>
              <a:t>St. Louis — Chicago : </a:t>
            </a:r>
            <a:r>
              <a:rPr lang="en-US" sz="1400" b="1" dirty="0">
                <a:latin typeface="Times New Roman"/>
                <a:cs typeface="Times New Roman"/>
              </a:rPr>
              <a:t>270 (add)</a:t>
            </a:r>
            <a:endParaRPr lang="en-US" sz="1400" dirty="0"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/>
                <a:cs typeface="Times New Roman"/>
              </a:rPr>
              <a:t>Chicago — Detroit : </a:t>
            </a:r>
            <a:r>
              <a:rPr lang="en-US" sz="1400" b="1" dirty="0">
                <a:latin typeface="Times New Roman"/>
                <a:cs typeface="Times New Roman"/>
              </a:rPr>
              <a:t>280 (add)</a:t>
            </a:r>
            <a:endParaRPr lang="en-US" sz="1400" dirty="0"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/>
                <a:cs typeface="Times New Roman"/>
              </a:rPr>
              <a:t>Des Moines — St. Louis : </a:t>
            </a:r>
            <a:r>
              <a:rPr lang="en-US" sz="1400" b="1" dirty="0">
                <a:latin typeface="Times New Roman"/>
                <a:cs typeface="Times New Roman"/>
              </a:rPr>
              <a:t>320</a:t>
            </a:r>
            <a:endParaRPr lang="en-US" sz="1400" dirty="0">
              <a:cs typeface="Times New Roman" panose="02020603050405020304" pitchFamily="18" charset="0"/>
            </a:endParaRPr>
          </a:p>
          <a:p>
            <a:pPr algn="l"/>
            <a:endParaRPr lang="en-US" dirty="0"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0C7AD-8C14-843A-2CE5-2E71CDC1D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038" y="6703617"/>
            <a:ext cx="3402642" cy="21682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CD9BF37-B02A-4DF8-60AE-2B48C1E0184C}"/>
                  </a:ext>
                </a:extLst>
              </p14:cNvPr>
              <p14:cNvContentPartPr/>
              <p14:nvPr/>
            </p14:nvContentPartPr>
            <p14:xfrm>
              <a:off x="4069003" y="7841094"/>
              <a:ext cx="572605" cy="726347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CD9BF37-B02A-4DF8-60AE-2B48C1E018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51019" y="7823106"/>
                <a:ext cx="608213" cy="761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FAD0472-2FB3-4A9C-B216-45459D0F6774}"/>
                  </a:ext>
                </a:extLst>
              </p14:cNvPr>
              <p14:cNvContentPartPr/>
              <p14:nvPr/>
            </p14:nvContentPartPr>
            <p14:xfrm>
              <a:off x="1643842" y="5205618"/>
              <a:ext cx="59506" cy="111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FAD0472-2FB3-4A9C-B216-45459D0F67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26277" y="5187657"/>
                <a:ext cx="94995" cy="1465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2840F09-5016-4113-F821-6A77CB34864D}"/>
                  </a:ext>
                </a:extLst>
              </p14:cNvPr>
              <p14:cNvContentPartPr/>
              <p14:nvPr/>
            </p14:nvContentPartPr>
            <p14:xfrm>
              <a:off x="1813102" y="5409497"/>
              <a:ext cx="61640" cy="97258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2840F09-5016-4113-F821-6A77CB34864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95542" y="5391912"/>
                <a:ext cx="97119" cy="1327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775EEE2-00CC-9696-E3B3-66220796104F}"/>
                  </a:ext>
                </a:extLst>
              </p14:cNvPr>
              <p14:cNvContentPartPr/>
              <p14:nvPr/>
            </p14:nvContentPartPr>
            <p14:xfrm>
              <a:off x="1650633" y="5598412"/>
              <a:ext cx="51742" cy="114382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775EEE2-00CC-9696-E3B3-66220796104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32791" y="5580842"/>
                <a:ext cx="87069" cy="14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B14DEF6-A88D-FB11-0D95-9114B15E6D60}"/>
                  </a:ext>
                </a:extLst>
              </p14:cNvPr>
              <p14:cNvContentPartPr/>
              <p14:nvPr/>
            </p14:nvContentPartPr>
            <p14:xfrm>
              <a:off x="1907797" y="5835634"/>
              <a:ext cx="55924" cy="96174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B14DEF6-A88D-FB11-0D95-9114B15E6D6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89873" y="5818050"/>
                <a:ext cx="91414" cy="1317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48DBA43-8539-8928-BB40-20618F5BF970}"/>
                  </a:ext>
                </a:extLst>
              </p14:cNvPr>
              <p14:cNvContentPartPr/>
              <p14:nvPr/>
            </p14:nvContentPartPr>
            <p14:xfrm>
              <a:off x="1870318" y="6050726"/>
              <a:ext cx="58955" cy="66305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48DBA43-8539-8928-BB40-20618F5BF97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52810" y="6033164"/>
                <a:ext cx="94328" cy="1017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51B5D92-B475-C495-1777-98C81E046B23}"/>
                  </a:ext>
                </a:extLst>
              </p14:cNvPr>
              <p14:cNvContentPartPr/>
              <p14:nvPr/>
            </p14:nvContentPartPr>
            <p14:xfrm>
              <a:off x="1679266" y="6229913"/>
              <a:ext cx="49120" cy="100697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51B5D92-B475-C495-1777-98C81E046B2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61339" y="6211995"/>
                <a:ext cx="84615" cy="1361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7CA006A-BCBF-00E1-5E20-8A609C34EE43}"/>
                  </a:ext>
                </a:extLst>
              </p14:cNvPr>
              <p14:cNvContentPartPr/>
              <p14:nvPr/>
            </p14:nvContentPartPr>
            <p14:xfrm>
              <a:off x="1619676" y="6438063"/>
              <a:ext cx="36181" cy="1272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7CA006A-BCBF-00E1-5E20-8A609C34EE4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01940" y="6420495"/>
                <a:ext cx="71298" cy="1627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6DEADA8-0EA3-19FB-A81B-D6D1166AD07E}"/>
                  </a:ext>
                </a:extLst>
              </p14:cNvPr>
              <p14:cNvContentPartPr/>
              <p14:nvPr/>
            </p14:nvContentPartPr>
            <p14:xfrm>
              <a:off x="1886818" y="6657685"/>
              <a:ext cx="33804" cy="124259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6DEADA8-0EA3-19FB-A81B-D6D1166AD07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69382" y="6639728"/>
                <a:ext cx="69031" cy="159813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>
            <a:extLst>
              <a:ext uri="{FF2B5EF4-FFF2-40B4-BE49-F238E27FC236}">
                <a16:creationId xmlns:a16="http://schemas.microsoft.com/office/drawing/2014/main" id="{80443669-B4DB-4504-ACF5-BCC233134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85800"/>
            <a:ext cx="613821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/>
              <a:t>9. List the nodes of the graph in a breadth first topological ordering.  Show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/>
              <a:t>     steps using arrays predCount, topologicalOrder and a queue</a:t>
            </a:r>
          </a:p>
        </p:txBody>
      </p:sp>
      <p:sp>
        <p:nvSpPr>
          <p:cNvPr id="5127" name="Rectangle 10">
            <a:extLst>
              <a:ext uri="{FF2B5EF4-FFF2-40B4-BE49-F238E27FC236}">
                <a16:creationId xmlns:a16="http://schemas.microsoft.com/office/drawing/2014/main" id="{C6B0D4E7-088E-4AFF-8702-57CBB2E7E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04800"/>
            <a:ext cx="257175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AFEBF-6A63-4870-9BDF-00EB301F6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24000"/>
            <a:ext cx="3962400" cy="24924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BC878FD-364B-9CEE-CB45-B82D658FCC62}"/>
                  </a:ext>
                </a:extLst>
              </p14:cNvPr>
              <p14:cNvContentPartPr/>
              <p14:nvPr/>
            </p14:nvContentPartPr>
            <p14:xfrm>
              <a:off x="2276014" y="4838961"/>
              <a:ext cx="9505" cy="9505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BC878FD-364B-9CEE-CB45-B82D658FCC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57201" y="4363711"/>
                <a:ext cx="244754" cy="9505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639FAB6-AD41-97E4-A4E1-AA6670A9A032}"/>
              </a:ext>
            </a:extLst>
          </p:cNvPr>
          <p:cNvSpPr txBox="1"/>
          <p:nvPr/>
        </p:nvSpPr>
        <p:spPr>
          <a:xfrm>
            <a:off x="1055808" y="4270790"/>
            <a:ext cx="38427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Times New Roman"/>
                <a:cs typeface="Times New Roman"/>
              </a:rPr>
              <a:t>0, 7, 1, 2, 3, 5, 4, 6, 8, 9</a:t>
            </a:r>
            <a:endParaRPr lang="en-US" sz="1400" dirty="0"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08">
            <a:extLst>
              <a:ext uri="{FF2B5EF4-FFF2-40B4-BE49-F238E27FC236}">
                <a16:creationId xmlns:a16="http://schemas.microsoft.com/office/drawing/2014/main" id="{9FE784F9-D9A7-4F7B-AD49-6C3E9EEF2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5715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5">
            <a:extLst>
              <a:ext uri="{FF2B5EF4-FFF2-40B4-BE49-F238E27FC236}">
                <a16:creationId xmlns:a16="http://schemas.microsoft.com/office/drawing/2014/main" id="{FF2496EF-C9B8-49EF-A543-7502752AC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541686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/>
              <a:t>10. List the nodes of the graph in a breadth first topological ordering.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BE2A4D-040F-4D82-AA03-3EC4DE5341F0}"/>
              </a:ext>
            </a:extLst>
          </p:cNvPr>
          <p:cNvSpPr txBox="1"/>
          <p:nvPr/>
        </p:nvSpPr>
        <p:spPr>
          <a:xfrm>
            <a:off x="599242" y="3985437"/>
            <a:ext cx="566902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Times New Roman"/>
                <a:cs typeface="Times New Roman"/>
              </a:rPr>
              <a:t>Start, Discrete Math, Programming 1, Programming 2, Computer, Organization, Algorithms, High-Level Languages, Operating Systems, Theory of Computation, Compilers, Senior Seminar, End</a:t>
            </a:r>
            <a:endParaRPr lang="en-US" sz="1400" dirty="0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revision>335</cp:revision>
  <cp:lastPrinted>2018-11-12T14:09:18Z</cp:lastPrinted>
  <dcterms:created xsi:type="dcterms:W3CDTF">2003-11-20T06:12:01Z</dcterms:created>
  <dcterms:modified xsi:type="dcterms:W3CDTF">2025-11-16T04:03:43Z</dcterms:modified>
</cp:coreProperties>
</file>
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784BE8-E616-EA3C-3ED5-D4B1D01C453F}" v="88" dt="2025-10-08T19:42:47.311"/>
    <p1510:client id="{385ECF8A-3CEE-E7AE-BC3E-09371B2F27F8}" v="43" dt="2025-10-08T19:40:09.378"/>
    <p1510:client id="{871B756D-26D0-00A9-99F2-B3C471B1757D}" v="7" dt="2025-10-08T19:41:39.8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es, Ryan" userId="S::rives2@montgomerycollege.edu::5a66543c-cd70-405c-a9d0-cc8b63a4c595" providerId="AD" clId="Web-{871B756D-26D0-00A9-99F2-B3C471B1757D}"/>
    <pc:docChg chg="addSld modSld">
      <pc:chgData name="Ives, Ryan" userId="S::rives2@montgomerycollege.edu::5a66543c-cd70-405c-a9d0-cc8b63a4c595" providerId="AD" clId="Web-{871B756D-26D0-00A9-99F2-B3C471B1757D}" dt="2025-10-08T19:41:39.826" v="4"/>
      <pc:docMkLst>
        <pc:docMk/>
      </pc:docMkLst>
      <pc:sldChg chg="addSp delSp modSp">
        <pc:chgData name="Ives, Ryan" userId="S::rives2@montgomerycollege.edu::5a66543c-cd70-405c-a9d0-cc8b63a4c595" providerId="AD" clId="Web-{871B756D-26D0-00A9-99F2-B3C471B1757D}" dt="2025-10-08T19:41:39.826" v="4"/>
        <pc:sldMkLst>
          <pc:docMk/>
          <pc:sldMk cId="0" sldId="258"/>
        </pc:sldMkLst>
        <pc:spChg chg="add del">
          <ac:chgData name="Ives, Ryan" userId="S::rives2@montgomerycollege.edu::5a66543c-cd70-405c-a9d0-cc8b63a4c595" providerId="AD" clId="Web-{871B756D-26D0-00A9-99F2-B3C471B1757D}" dt="2025-10-08T19:41:39.826" v="4"/>
          <ac:spMkLst>
            <pc:docMk/>
            <pc:sldMk cId="0" sldId="258"/>
            <ac:spMk id="4" creationId="{DD2DF1C4-9528-67C2-E484-6B8097C5EA63}"/>
          </ac:spMkLst>
        </pc:spChg>
        <pc:spChg chg="mod">
          <ac:chgData name="Ives, Ryan" userId="S::rives2@montgomerycollege.edu::5a66543c-cd70-405c-a9d0-cc8b63a4c595" providerId="AD" clId="Web-{871B756D-26D0-00A9-99F2-B3C471B1757D}" dt="2025-10-08T19:41:24.513" v="1" actId="20577"/>
          <ac:spMkLst>
            <pc:docMk/>
            <pc:sldMk cId="0" sldId="258"/>
            <ac:spMk id="4115" creationId="{00000000-0000-0000-0000-000000000000}"/>
          </ac:spMkLst>
        </pc:spChg>
      </pc:sldChg>
      <pc:sldChg chg="new">
        <pc:chgData name="Ives, Ryan" userId="S::rives2@montgomerycollege.edu::5a66543c-cd70-405c-a9d0-cc8b63a4c595" providerId="AD" clId="Web-{871B756D-26D0-00A9-99F2-B3C471B1757D}" dt="2025-10-08T19:41:30.841" v="2"/>
        <pc:sldMkLst>
          <pc:docMk/>
          <pc:sldMk cId="2072169721" sldId="259"/>
        </pc:sldMkLst>
      </pc:sldChg>
    </pc:docChg>
  </pc:docChgLst>
  <pc:docChgLst>
    <pc:chgData name="Ives, Ryan" userId="S::rives2@montgomerycollege.edu::5a66543c-cd70-405c-a9d0-cc8b63a4c595" providerId="AD" clId="Web-{385ECF8A-3CEE-E7AE-BC3E-09371B2F27F8}"/>
    <pc:docChg chg="modSld">
      <pc:chgData name="Ives, Ryan" userId="S::rives2@montgomerycollege.edu::5a66543c-cd70-405c-a9d0-cc8b63a4c595" providerId="AD" clId="Web-{385ECF8A-3CEE-E7AE-BC3E-09371B2F27F8}" dt="2025-10-08T19:40:09.378" v="39" actId="14100"/>
      <pc:docMkLst>
        <pc:docMk/>
      </pc:docMkLst>
      <pc:sldChg chg="modSp">
        <pc:chgData name="Ives, Ryan" userId="S::rives2@montgomerycollege.edu::5a66543c-cd70-405c-a9d0-cc8b63a4c595" providerId="AD" clId="Web-{385ECF8A-3CEE-E7AE-BC3E-09371B2F27F8}" dt="2025-10-08T19:40:09.378" v="39" actId="14100"/>
        <pc:sldMkLst>
          <pc:docMk/>
          <pc:sldMk cId="0" sldId="257"/>
        </pc:sldMkLst>
        <pc:spChg chg="mod">
          <ac:chgData name="Ives, Ryan" userId="S::rives2@montgomerycollege.edu::5a66543c-cd70-405c-a9d0-cc8b63a4c595" providerId="AD" clId="Web-{385ECF8A-3CEE-E7AE-BC3E-09371B2F27F8}" dt="2025-10-08T19:39:53.440" v="37" actId="20577"/>
          <ac:spMkLst>
            <pc:docMk/>
            <pc:sldMk cId="0" sldId="257"/>
            <ac:spMk id="36" creationId="{00000000-0000-0000-0000-000000000000}"/>
          </ac:spMkLst>
        </pc:spChg>
        <pc:grpChg chg="mod">
          <ac:chgData name="Ives, Ryan" userId="S::rives2@montgomerycollege.edu::5a66543c-cd70-405c-a9d0-cc8b63a4c595" providerId="AD" clId="Web-{385ECF8A-3CEE-E7AE-BC3E-09371B2F27F8}" dt="2025-10-08T19:40:09.378" v="39" actId="14100"/>
          <ac:grpSpMkLst>
            <pc:docMk/>
            <pc:sldMk cId="0" sldId="257"/>
            <ac:grpSpMk id="2" creationId="{00000000-0000-0000-0000-000000000000}"/>
          </ac:grpSpMkLst>
        </pc:grpChg>
        <pc:grpChg chg="mod">
          <ac:chgData name="Ives, Ryan" userId="S::rives2@montgomerycollege.edu::5a66543c-cd70-405c-a9d0-cc8b63a4c595" providerId="AD" clId="Web-{385ECF8A-3CEE-E7AE-BC3E-09371B2F27F8}" dt="2025-10-08T19:39:58.737" v="38" actId="14100"/>
          <ac:grpSpMkLst>
            <pc:docMk/>
            <pc:sldMk cId="0" sldId="257"/>
            <ac:grpSpMk id="34" creationId="{00000000-0000-0000-0000-000000000000}"/>
          </ac:grpSpMkLst>
        </pc:grpChg>
      </pc:sldChg>
    </pc:docChg>
  </pc:docChgLst>
  <pc:docChgLst>
    <pc:chgData name="Ives, Ryan" userId="S::rives2@montgomerycollege.edu::5a66543c-cd70-405c-a9d0-cc8b63a4c595" providerId="AD" clId="Web-{22784BE8-E616-EA3C-3ED5-D4B1D01C453F}"/>
    <pc:docChg chg="delSld modSld">
      <pc:chgData name="Ives, Ryan" userId="S::rives2@montgomerycollege.edu::5a66543c-cd70-405c-a9d0-cc8b63a4c595" providerId="AD" clId="Web-{22784BE8-E616-EA3C-3ED5-D4B1D01C453F}" dt="2025-10-08T19:42:45.686" v="83" actId="20577"/>
      <pc:docMkLst>
        <pc:docMk/>
      </pc:docMkLst>
      <pc:sldChg chg="modSp">
        <pc:chgData name="Ives, Ryan" userId="S::rives2@montgomerycollege.edu::5a66543c-cd70-405c-a9d0-cc8b63a4c595" providerId="AD" clId="Web-{22784BE8-E616-EA3C-3ED5-D4B1D01C453F}" dt="2025-10-08T19:42:45.686" v="83" actId="20577"/>
        <pc:sldMkLst>
          <pc:docMk/>
          <pc:sldMk cId="0" sldId="258"/>
        </pc:sldMkLst>
        <pc:spChg chg="mod">
          <ac:chgData name="Ives, Ryan" userId="S::rives2@montgomerycollege.edu::5a66543c-cd70-405c-a9d0-cc8b63a4c595" providerId="AD" clId="Web-{22784BE8-E616-EA3C-3ED5-D4B1D01C453F}" dt="2025-10-08T19:42:45.686" v="83" actId="20577"/>
          <ac:spMkLst>
            <pc:docMk/>
            <pc:sldMk cId="0" sldId="258"/>
            <ac:spMk id="4115" creationId="{00000000-0000-0000-0000-000000000000}"/>
          </ac:spMkLst>
        </pc:spChg>
        <pc:spChg chg="mod">
          <ac:chgData name="Ives, Ryan" userId="S::rives2@montgomerycollege.edu::5a66543c-cd70-405c-a9d0-cc8b63a4c595" providerId="AD" clId="Web-{22784BE8-E616-EA3C-3ED5-D4B1D01C453F}" dt="2025-10-08T19:42:40.045" v="35" actId="20577"/>
          <ac:spMkLst>
            <pc:docMk/>
            <pc:sldMk cId="0" sldId="258"/>
            <ac:spMk id="4117" creationId="{00000000-0000-0000-0000-000000000000}"/>
          </ac:spMkLst>
        </pc:spChg>
      </pc:sldChg>
      <pc:sldChg chg="del">
        <pc:chgData name="Ives, Ryan" userId="S::rives2@montgomerycollege.edu::5a66543c-cd70-405c-a9d0-cc8b63a4c595" providerId="AD" clId="Web-{22784BE8-E616-EA3C-3ED5-D4B1D01C453F}" dt="2025-10-08T19:42:29.967" v="0"/>
        <pc:sldMkLst>
          <pc:docMk/>
          <pc:sldMk cId="2072169721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           27 53 13 10 138 109 49 174 26 24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(no preprocessing necessary:  </a:t>
            </a:r>
            <a:r>
              <a:rPr lang="en-US" sz="1600" err="1"/>
              <a:t>p</a:t>
            </a:r>
            <a:r>
              <a:rPr lang="en-US" sz="1600" baseline="-25000" err="1"/>
              <a:t>k</a:t>
            </a:r>
            <a:r>
              <a:rPr lang="en-US" sz="1600" baseline="-25000"/>
              <a:t> </a:t>
            </a:r>
            <a:r>
              <a:rPr lang="en-US" sz="160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/>
              <a:t>Linear array of 10 elements using division hashing</a:t>
            </a:r>
          </a:p>
          <a:p>
            <a:pPr>
              <a:defRPr/>
            </a:pPr>
            <a:r>
              <a:rPr lang="en-US" sz="1600"/>
              <a:t>and the linear-quotient collision path algorithm</a:t>
            </a:r>
          </a:p>
          <a:p>
            <a:pPr>
              <a:defRPr/>
            </a:pPr>
            <a:r>
              <a:rPr lang="en-US" sz="1600"/>
              <a:t>N = 13, 4k+3 prime = </a:t>
            </a:r>
            <a:r>
              <a:rPr lang="en-US" sz="1600" b="1"/>
              <a:t>19</a:t>
            </a:r>
          </a:p>
          <a:p>
            <a:pPr>
              <a:defRPr/>
            </a:pPr>
            <a:endParaRPr lang="en-US" sz="1600" b="1"/>
          </a:p>
          <a:p>
            <a:pPr>
              <a:defRPr/>
            </a:pPr>
            <a:r>
              <a:rPr lang="en-US" sz="1600" b="1" err="1"/>
              <a:t>LQHashing</a:t>
            </a:r>
            <a:r>
              <a:rPr lang="en-US" sz="1600" b="1"/>
              <a:t>:</a:t>
            </a:r>
          </a:p>
          <a:p>
            <a:pPr>
              <a:defRPr/>
            </a:pPr>
            <a:r>
              <a:rPr lang="en-US" sz="1600"/>
              <a:t>1. </a:t>
            </a:r>
            <a:r>
              <a:rPr lang="en-US" sz="1600" err="1"/>
              <a:t>i</a:t>
            </a:r>
            <a:r>
              <a:rPr lang="en-US" sz="1200" err="1"/>
              <a:t>p</a:t>
            </a:r>
            <a:r>
              <a:rPr lang="en-US" sz="1600"/>
              <a:t> = </a:t>
            </a:r>
            <a:r>
              <a:rPr lang="en-US" sz="1600" err="1"/>
              <a:t>pk</a:t>
            </a:r>
            <a:r>
              <a:rPr lang="en-US" sz="1600"/>
              <a:t> % N</a:t>
            </a:r>
          </a:p>
          <a:p>
            <a:pPr>
              <a:defRPr/>
            </a:pPr>
            <a:r>
              <a:rPr lang="en-US" sz="1600"/>
              <a:t>2. q=</a:t>
            </a:r>
            <a:r>
              <a:rPr lang="en-US" sz="1600" err="1"/>
              <a:t>pk</a:t>
            </a:r>
            <a:r>
              <a:rPr lang="en-US" sz="1600"/>
              <a:t>/N</a:t>
            </a:r>
          </a:p>
          <a:p>
            <a:pPr>
              <a:defRPr/>
            </a:pPr>
            <a:r>
              <a:rPr lang="en-US" sz="1600"/>
              <a:t>    if (</a:t>
            </a:r>
            <a:r>
              <a:rPr lang="en-US" sz="1600" err="1"/>
              <a:t>q%N</a:t>
            </a:r>
            <a:r>
              <a:rPr lang="en-US" sz="1600"/>
              <a:t> != 0)</a:t>
            </a:r>
          </a:p>
          <a:p>
            <a:pPr>
              <a:defRPr/>
            </a:pPr>
            <a:r>
              <a:rPr lang="en-US" sz="1600"/>
              <a:t>        offset = q</a:t>
            </a:r>
          </a:p>
          <a:p>
            <a:pPr>
              <a:defRPr/>
            </a:pPr>
            <a:r>
              <a:rPr lang="en-US" sz="1600"/>
              <a:t>    else</a:t>
            </a:r>
          </a:p>
          <a:p>
            <a:pPr>
              <a:defRPr/>
            </a:pPr>
            <a:r>
              <a:rPr lang="en-US" sz="1600"/>
              <a:t>        offset = 4k+3 prime</a:t>
            </a:r>
          </a:p>
          <a:p>
            <a:pPr>
              <a:defRPr/>
            </a:pPr>
            <a:r>
              <a:rPr lang="en-US" sz="1600"/>
              <a:t>3. While collisions:</a:t>
            </a:r>
          </a:p>
          <a:p>
            <a:pPr>
              <a:defRPr/>
            </a:pPr>
            <a:r>
              <a:rPr lang="en-US" sz="1600"/>
              <a:t>         </a:t>
            </a:r>
            <a:r>
              <a:rPr lang="en-US" sz="1600" err="1"/>
              <a:t>i</a:t>
            </a:r>
            <a:r>
              <a:rPr lang="en-US" sz="1200" err="1"/>
              <a:t>p</a:t>
            </a:r>
            <a:r>
              <a:rPr lang="en-US" sz="1200" baseline="30000"/>
              <a:t>’</a:t>
            </a:r>
            <a:r>
              <a:rPr lang="en-US" sz="1600"/>
              <a:t> = (</a:t>
            </a:r>
            <a:r>
              <a:rPr lang="en-US" sz="1600" err="1"/>
              <a:t>i</a:t>
            </a:r>
            <a:r>
              <a:rPr lang="en-US" sz="1200" err="1"/>
              <a:t>p</a:t>
            </a:r>
            <a:r>
              <a:rPr lang="en-US" sz="1600"/>
              <a:t> + offset) % N</a:t>
            </a:r>
          </a:p>
          <a:p>
            <a:pPr>
              <a:defRPr/>
            </a:pPr>
            <a:r>
              <a:rPr lang="en-US" sz="1600"/>
              <a:t>4. Set Array[</a:t>
            </a:r>
            <a:r>
              <a:rPr lang="en-US" sz="1600" err="1"/>
              <a:t>i</a:t>
            </a:r>
            <a:r>
              <a:rPr lang="en-US" sz="1200" err="1"/>
              <a:t>p</a:t>
            </a:r>
            <a:r>
              <a:rPr lang="en-US" sz="1600"/>
              <a:t>]=key</a:t>
            </a:r>
          </a:p>
          <a:p>
            <a:pPr>
              <a:defRPr/>
            </a:pPr>
            <a:endParaRPr lang="en-US" sz="1600"/>
          </a:p>
          <a:p>
            <a:pPr>
              <a:defRPr/>
            </a:pPr>
            <a:endParaRPr lang="en-US" sz="160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34694"/>
            <a:ext cx="958797" cy="3019775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</a:rPr>
                  <a:t>13</a:t>
                </a: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</a:rPr>
                  <a:t>27</a:t>
                </a: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>
                    <a:solidFill>
                      <a:srgbClr val="FF0000"/>
                    </a:solidFill>
                  </a:rPr>
                  <a:t>109</a:t>
                </a: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</a:rPr>
                  <a:t>53</a:t>
                </a: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</a:rPr>
                  <a:t>49</a:t>
                </a: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</a:rPr>
                  <a:t>138</a:t>
                </a: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</a:rPr>
                  <a:t>24</a:t>
                </a: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>
                    <a:solidFill>
                      <a:srgbClr val="FF0000"/>
                    </a:solidFill>
                  </a:rPr>
                  <a:t>174</a:t>
                </a: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/>
              <a:t>Bucket hashing of 10 elements (N=10) </a:t>
            </a:r>
            <a:r>
              <a:rPr lang="en-US" sz="1600" err="1"/>
              <a:t>i</a:t>
            </a:r>
            <a:r>
              <a:rPr lang="en-US" sz="1200" err="1"/>
              <a:t>p</a:t>
            </a:r>
            <a:r>
              <a:rPr lang="en-US" sz="1600"/>
              <a:t> = (</a:t>
            </a:r>
            <a:r>
              <a:rPr lang="en-US" sz="1600" err="1"/>
              <a:t>p</a:t>
            </a:r>
            <a:r>
              <a:rPr lang="en-US" sz="1600" baseline="-25000" err="1"/>
              <a:t>k</a:t>
            </a:r>
            <a:r>
              <a:rPr lang="en-US" sz="160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/>
          </a:p>
          <a:p>
            <a:pPr>
              <a:defRPr/>
            </a:pPr>
            <a:endParaRPr lang="en-US" sz="1600" b="1"/>
          </a:p>
          <a:p>
            <a:pPr>
              <a:defRPr/>
            </a:pPr>
            <a:endParaRPr lang="en-US" sz="1600" b="1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5226902" y="1743523"/>
            <a:ext cx="3084341" cy="27631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/>
              <a:t>Array: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444555" y="1960136"/>
            <a:ext cx="1471059" cy="2378513"/>
            <a:chOff x="5891430" y="1746270"/>
            <a:chExt cx="1107103" cy="2335281"/>
          </a:xfrm>
        </p:grpSpPr>
        <p:grpSp>
          <p:nvGrpSpPr>
            <p:cNvPr id="35" name="Group 2"/>
            <p:cNvGrpSpPr>
              <a:grpSpLocks/>
            </p:cNvGrpSpPr>
            <p:nvPr/>
          </p:nvGrpSpPr>
          <p:grpSpPr bwMode="auto">
            <a:xfrm>
              <a:off x="6088533" y="1753437"/>
              <a:ext cx="910000" cy="2312461"/>
              <a:chOff x="5427641" y="1844409"/>
              <a:chExt cx="911056" cy="2312548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/>
                  <a:t>10</a:t>
                </a: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911054" cy="246877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/>
                  <a:t>53    -&gt;   13</a:t>
                </a:r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91105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/>
                  <a:t>174   -&gt;     24</a:t>
                </a: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/>
                  <a:t>26</a:t>
                </a:r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/>
                  <a:t>27</a:t>
                </a:r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/>
                  <a:t>138</a:t>
                </a:r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5427643" y="3910080"/>
                <a:ext cx="911054" cy="246877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/>
                  <a:t>109    -&gt;   49</a:t>
                </a:r>
              </a:p>
            </p:txBody>
          </p:sp>
        </p:grpSp>
        <p:sp>
          <p:nvSpPr>
            <p:cNvPr id="36" name="TextBox 27"/>
            <p:cNvSpPr txBox="1">
              <a:spLocks noChangeArrowheads="1"/>
            </p:cNvSpPr>
            <p:nvPr/>
          </p:nvSpPr>
          <p:spPr bwMode="auto">
            <a:xfrm>
              <a:off x="5891430" y="1746270"/>
              <a:ext cx="236257" cy="2335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>
                  <a:latin typeface="Times New Roman"/>
                  <a:cs typeface="Times New Roman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5260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2041525" y="2805113"/>
            <a:ext cx="21339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53		2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138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11079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109	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057400" y="4287838"/>
            <a:ext cx="21339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1600">
                <a:latin typeface="Times New Roman"/>
                <a:cs typeface="Times New Roman"/>
              </a:rPr>
              <a:t>49                               4 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174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6" y="5287055"/>
            <a:ext cx="21339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1600">
                <a:latin typeface="Times New Roman"/>
                <a:cs typeface="Times New Roman"/>
              </a:rPr>
              <a:t>26                                2</a:t>
            </a:r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2.  Fill in the table based on exercise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F4ADAB-FC0D-4A5D-BF84-15F78079429C}"/>
              </a:ext>
            </a:extLst>
          </p:cNvPr>
          <p:cNvSpPr txBox="1"/>
          <p:nvPr/>
        </p:nvSpPr>
        <p:spPr>
          <a:xfrm>
            <a:off x="3795421" y="318873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38CF50-9FDC-A25A-22D4-5D69B7C6B5FB}"/>
              </a:ext>
            </a:extLst>
          </p:cNvPr>
          <p:cNvSpPr txBox="1"/>
          <p:nvPr/>
        </p:nvSpPr>
        <p:spPr>
          <a:xfrm>
            <a:off x="3831935" y="370046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AD8D60-B0B4-6CA9-DFEB-F55244CF4EF6}"/>
              </a:ext>
            </a:extLst>
          </p:cNvPr>
          <p:cNvSpPr txBox="1"/>
          <p:nvPr/>
        </p:nvSpPr>
        <p:spPr>
          <a:xfrm>
            <a:off x="3828586" y="468348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EF822-FA94-5DE8-18D9-A98393828DFA}"/>
              </a:ext>
            </a:extLst>
          </p:cNvPr>
          <p:cNvSpPr txBox="1"/>
          <p:nvPr/>
        </p:nvSpPr>
        <p:spPr>
          <a:xfrm>
            <a:off x="5225469" y="274355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A0227F-1064-8AEC-F18A-575ED8676A30}"/>
              </a:ext>
            </a:extLst>
          </p:cNvPr>
          <p:cNvSpPr txBox="1"/>
          <p:nvPr/>
        </p:nvSpPr>
        <p:spPr>
          <a:xfrm>
            <a:off x="5167021" y="318873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D69312-671A-8624-513B-0C5B950429C2}"/>
              </a:ext>
            </a:extLst>
          </p:cNvPr>
          <p:cNvSpPr txBox="1"/>
          <p:nvPr/>
        </p:nvSpPr>
        <p:spPr>
          <a:xfrm>
            <a:off x="5165260" y="3700463"/>
            <a:ext cx="336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36B35-1D26-10E9-C85D-057FD0575158}"/>
              </a:ext>
            </a:extLst>
          </p:cNvPr>
          <p:cNvSpPr txBox="1"/>
          <p:nvPr/>
        </p:nvSpPr>
        <p:spPr>
          <a:xfrm>
            <a:off x="5187562" y="420499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FD3FCA-8B03-69EF-66DC-D290E94CB47C}"/>
              </a:ext>
            </a:extLst>
          </p:cNvPr>
          <p:cNvSpPr txBox="1"/>
          <p:nvPr/>
        </p:nvSpPr>
        <p:spPr>
          <a:xfrm>
            <a:off x="5225469" y="469438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455D61-EDE5-B159-1316-BC67F41A1CF9}"/>
              </a:ext>
            </a:extLst>
          </p:cNvPr>
          <p:cNvSpPr txBox="1"/>
          <p:nvPr/>
        </p:nvSpPr>
        <p:spPr>
          <a:xfrm>
            <a:off x="5225469" y="528705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revision>1</cp:revision>
  <cp:lastPrinted>2015-10-07T21:36:22Z</cp:lastPrinted>
  <dcterms:created xsi:type="dcterms:W3CDTF">2003-12-08T11:02:30Z</dcterms:created>
  <dcterms:modified xsi:type="dcterms:W3CDTF">2025-10-08T19:43:05Z</dcterms:modified>
</cp:coreProperties>
</file>